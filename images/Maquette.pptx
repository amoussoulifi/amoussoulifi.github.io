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E22D6F-5F39-4D9A-BF30-ECB78009ED3E}" v="9" dt="2024-12-10T14:03:36.0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N-BAPTISTE Lyvens-Wayne" userId="S::lyvens-wayne.jean-baptiste@stcharles-stecroix.org::c743c65c-aa96-4881-9b89-53d2b8ebc502" providerId="AD" clId="Web-{4DE22D6F-5F39-4D9A-BF30-ECB78009ED3E}"/>
    <pc:docChg chg="modSld">
      <pc:chgData name="JEAN-BAPTISTE Lyvens-Wayne" userId="S::lyvens-wayne.jean-baptiste@stcharles-stecroix.org::c743c65c-aa96-4881-9b89-53d2b8ebc502" providerId="AD" clId="Web-{4DE22D6F-5F39-4D9A-BF30-ECB78009ED3E}" dt="2024-12-10T14:03:34.251" v="3" actId="20577"/>
      <pc:docMkLst>
        <pc:docMk/>
      </pc:docMkLst>
      <pc:sldChg chg="modSp">
        <pc:chgData name="JEAN-BAPTISTE Lyvens-Wayne" userId="S::lyvens-wayne.jean-baptiste@stcharles-stecroix.org::c743c65c-aa96-4881-9b89-53d2b8ebc502" providerId="AD" clId="Web-{4DE22D6F-5F39-4D9A-BF30-ECB78009ED3E}" dt="2024-12-10T14:03:34.251" v="3" actId="20577"/>
        <pc:sldMkLst>
          <pc:docMk/>
          <pc:sldMk cId="2165034861" sldId="262"/>
        </pc:sldMkLst>
        <pc:spChg chg="mod">
          <ac:chgData name="JEAN-BAPTISTE Lyvens-Wayne" userId="S::lyvens-wayne.jean-baptiste@stcharles-stecroix.org::c743c65c-aa96-4881-9b89-53d2b8ebc502" providerId="AD" clId="Web-{4DE22D6F-5F39-4D9A-BF30-ECB78009ED3E}" dt="2024-12-10T14:03:34.251" v="3" actId="20577"/>
          <ac:spMkLst>
            <pc:docMk/>
            <pc:sldMk cId="2165034861" sldId="262"/>
            <ac:spMk id="11" creationId="{C7CC729B-8B4F-0571-FA9D-525DB2FBD7A9}"/>
          </ac:spMkLst>
        </pc:spChg>
      </pc:sldChg>
      <pc:sldChg chg="modSp">
        <pc:chgData name="JEAN-BAPTISTE Lyvens-Wayne" userId="S::lyvens-wayne.jean-baptiste@stcharles-stecroix.org::c743c65c-aa96-4881-9b89-53d2b8ebc502" providerId="AD" clId="Web-{4DE22D6F-5F39-4D9A-BF30-ECB78009ED3E}" dt="2024-12-10T14:00:39.886" v="0" actId="20577"/>
        <pc:sldMkLst>
          <pc:docMk/>
          <pc:sldMk cId="2981195467" sldId="264"/>
        </pc:sldMkLst>
        <pc:spChg chg="mod">
          <ac:chgData name="JEAN-BAPTISTE Lyvens-Wayne" userId="S::lyvens-wayne.jean-baptiste@stcharles-stecroix.org::c743c65c-aa96-4881-9b89-53d2b8ebc502" providerId="AD" clId="Web-{4DE22D6F-5F39-4D9A-BF30-ECB78009ED3E}" dt="2024-12-10T14:00:39.886" v="0" actId="20577"/>
          <ac:spMkLst>
            <pc:docMk/>
            <pc:sldMk cId="2981195467" sldId="264"/>
            <ac:spMk id="8" creationId="{E0A8E847-AC6A-0DDA-6E18-5CFF11001218}"/>
          </ac:spMkLst>
        </pc:spChg>
      </pc:sldChg>
      <pc:sldChg chg="modSp">
        <pc:chgData name="JEAN-BAPTISTE Lyvens-Wayne" userId="S::lyvens-wayne.jean-baptiste@stcharles-stecroix.org::c743c65c-aa96-4881-9b89-53d2b8ebc502" providerId="AD" clId="Web-{4DE22D6F-5F39-4D9A-BF30-ECB78009ED3E}" dt="2024-12-10T14:00:48.871" v="2" actId="20577"/>
        <pc:sldMkLst>
          <pc:docMk/>
          <pc:sldMk cId="1460586909" sldId="265"/>
        </pc:sldMkLst>
        <pc:spChg chg="mod">
          <ac:chgData name="JEAN-BAPTISTE Lyvens-Wayne" userId="S::lyvens-wayne.jean-baptiste@stcharles-stecroix.org::c743c65c-aa96-4881-9b89-53d2b8ebc502" providerId="AD" clId="Web-{4DE22D6F-5F39-4D9A-BF30-ECB78009ED3E}" dt="2024-12-10T14:00:48.871" v="2" actId="20577"/>
          <ac:spMkLst>
            <pc:docMk/>
            <pc:sldMk cId="1460586909" sldId="265"/>
            <ac:spMk id="8" creationId="{E0A8E847-AC6A-0DDA-6E18-5CFF11001218}"/>
          </ac:spMkLst>
        </pc:spChg>
      </pc:sldChg>
    </pc:docChg>
  </pc:docChgLst>
  <pc:docChgLst>
    <pc:chgData clId="Web-{2623EA98-3E8C-2F1B-8442-5AFF1964C188}"/>
    <pc:docChg chg="modSld">
      <pc:chgData name="" userId="" providerId="" clId="Web-{2623EA98-3E8C-2F1B-8442-5AFF1964C188}" dt="2024-12-03T12:01:50.321" v="0" actId="14100"/>
      <pc:docMkLst>
        <pc:docMk/>
      </pc:docMkLst>
      <pc:sldChg chg="modSp">
        <pc:chgData name="" userId="" providerId="" clId="Web-{2623EA98-3E8C-2F1B-8442-5AFF1964C188}" dt="2024-12-03T12:01:50.321" v="0" actId="14100"/>
        <pc:sldMkLst>
          <pc:docMk/>
          <pc:sldMk cId="3569105247" sldId="257"/>
        </pc:sldMkLst>
        <pc:spChg chg="mod">
          <ac:chgData name="" userId="" providerId="" clId="Web-{2623EA98-3E8C-2F1B-8442-5AFF1964C188}" dt="2024-12-03T12:01:50.321" v="0" actId="14100"/>
          <ac:spMkLst>
            <pc:docMk/>
            <pc:sldMk cId="3569105247" sldId="257"/>
            <ac:spMk id="8" creationId="{E0A8E847-AC6A-0DDA-6E18-5CFF11001218}"/>
          </ac:spMkLst>
        </pc:spChg>
      </pc:sldChg>
    </pc:docChg>
  </pc:docChgLst>
  <pc:docChgLst>
    <pc:chgData name="JEAN-BAPTISTE Lyvens-Wayne" userId="S::lyvens-wayne.jean-baptiste@stcharles-stecroix.org::c743c65c-aa96-4881-9b89-53d2b8ebc502" providerId="AD" clId="Web-{2623EA98-3E8C-2F1B-8442-5AFF1964C188}"/>
    <pc:docChg chg="addSld delSld modSld sldOrd">
      <pc:chgData name="JEAN-BAPTISTE Lyvens-Wayne" userId="S::lyvens-wayne.jean-baptiste@stcharles-stecroix.org::c743c65c-aa96-4881-9b89-53d2b8ebc502" providerId="AD" clId="Web-{2623EA98-3E8C-2F1B-8442-5AFF1964C188}" dt="2024-12-03T13:12:57.223" v="1182" actId="20577"/>
      <pc:docMkLst>
        <pc:docMk/>
      </pc:docMkLst>
      <pc:sldChg chg="addSp delSp modSp">
        <pc:chgData name="JEAN-BAPTISTE Lyvens-Wayne" userId="S::lyvens-wayne.jean-baptiste@stcharles-stecroix.org::c743c65c-aa96-4881-9b89-53d2b8ebc502" providerId="AD" clId="Web-{2623EA98-3E8C-2F1B-8442-5AFF1964C188}" dt="2024-12-03T12:54:54.982" v="949"/>
        <pc:sldMkLst>
          <pc:docMk/>
          <pc:sldMk cId="2400304006" sldId="256"/>
        </pc:sldMkLst>
        <pc:spChg chg="add del mod">
          <ac:chgData name="JEAN-BAPTISTE Lyvens-Wayne" userId="S::lyvens-wayne.jean-baptiste@stcharles-stecroix.org::c743c65c-aa96-4881-9b89-53d2b8ebc502" providerId="AD" clId="Web-{2623EA98-3E8C-2F1B-8442-5AFF1964C188}" dt="2024-12-03T12:17:31.089" v="42"/>
          <ac:spMkLst>
            <pc:docMk/>
            <pc:sldMk cId="2400304006" sldId="256"/>
            <ac:spMk id="2" creationId="{4EF9D31B-7208-B7D7-6207-382D7C648F59}"/>
          </ac:spMkLst>
        </pc:spChg>
        <pc:spChg chg="add mod">
          <ac:chgData name="JEAN-BAPTISTE Lyvens-Wayne" userId="S::lyvens-wayne.jean-baptiste@stcharles-stecroix.org::c743c65c-aa96-4881-9b89-53d2b8ebc502" providerId="AD" clId="Web-{2623EA98-3E8C-2F1B-8442-5AFF1964C188}" dt="2024-12-03T12:23:00.913" v="148" actId="20577"/>
          <ac:spMkLst>
            <pc:docMk/>
            <pc:sldMk cId="2400304006" sldId="256"/>
            <ac:spMk id="3" creationId="{FE8F55C1-4B9D-88C6-5DD5-02796D33B40E}"/>
          </ac:spMkLst>
        </pc:spChg>
        <pc:spChg chg="mod">
          <ac:chgData name="JEAN-BAPTISTE Lyvens-Wayne" userId="S::lyvens-wayne.jean-baptiste@stcharles-stecroix.org::c743c65c-aa96-4881-9b89-53d2b8ebc502" providerId="AD" clId="Web-{2623EA98-3E8C-2F1B-8442-5AFF1964C188}" dt="2024-12-03T12:32:19.652" v="449" actId="20577"/>
          <ac:spMkLst>
            <pc:docMk/>
            <pc:sldMk cId="2400304006" sldId="256"/>
            <ac:spMk id="6" creationId="{7C389C9E-24F7-98C2-49F8-FDE21623C070}"/>
          </ac:spMkLst>
        </pc:spChg>
        <pc:spChg chg="add mod">
          <ac:chgData name="JEAN-BAPTISTE Lyvens-Wayne" userId="S::lyvens-wayne.jean-baptiste@stcharles-stecroix.org::c743c65c-aa96-4881-9b89-53d2b8ebc502" providerId="AD" clId="Web-{2623EA98-3E8C-2F1B-8442-5AFF1964C188}" dt="2024-12-03T12:23:26.602" v="151" actId="1076"/>
          <ac:spMkLst>
            <pc:docMk/>
            <pc:sldMk cId="2400304006" sldId="256"/>
            <ac:spMk id="7" creationId="{737C027C-2A3C-B7A2-CCE8-D9D000254489}"/>
          </ac:spMkLst>
        </pc:spChg>
        <pc:spChg chg="mod">
          <ac:chgData name="JEAN-BAPTISTE Lyvens-Wayne" userId="S::lyvens-wayne.jean-baptiste@stcharles-stecroix.org::c743c65c-aa96-4881-9b89-53d2b8ebc502" providerId="AD" clId="Web-{2623EA98-3E8C-2F1B-8442-5AFF1964C188}" dt="2024-12-03T12:32:12.542" v="440" actId="20577"/>
          <ac:spMkLst>
            <pc:docMk/>
            <pc:sldMk cId="2400304006" sldId="256"/>
            <ac:spMk id="8" creationId="{E0A8E847-AC6A-0DDA-6E18-5CFF11001218}"/>
          </ac:spMkLst>
        </pc:spChg>
        <pc:spChg chg="mod">
          <ac:chgData name="JEAN-BAPTISTE Lyvens-Wayne" userId="S::lyvens-wayne.jean-baptiste@stcharles-stecroix.org::c743c65c-aa96-4881-9b89-53d2b8ebc502" providerId="AD" clId="Web-{2623EA98-3E8C-2F1B-8442-5AFF1964C188}" dt="2024-12-03T12:23:49.478" v="154" actId="14100"/>
          <ac:spMkLst>
            <pc:docMk/>
            <pc:sldMk cId="2400304006" sldId="256"/>
            <ac:spMk id="9" creationId="{BA115102-9498-BD5B-B250-E61884124F5E}"/>
          </ac:spMkLst>
        </pc:spChg>
        <pc:spChg chg="add mod">
          <ac:chgData name="JEAN-BAPTISTE Lyvens-Wayne" userId="S::lyvens-wayne.jean-baptiste@stcharles-stecroix.org::c743c65c-aa96-4881-9b89-53d2b8ebc502" providerId="AD" clId="Web-{2623EA98-3E8C-2F1B-8442-5AFF1964C188}" dt="2024-12-03T12:38:11.977" v="628" actId="20577"/>
          <ac:spMkLst>
            <pc:docMk/>
            <pc:sldMk cId="2400304006" sldId="256"/>
            <ac:spMk id="11" creationId="{C7CC729B-8B4F-0571-FA9D-525DB2FBD7A9}"/>
          </ac:spMkLst>
        </pc:spChg>
        <pc:graphicFrameChg chg="mod modGraphic">
          <ac:chgData name="JEAN-BAPTISTE Lyvens-Wayne" userId="S::lyvens-wayne.jean-baptiste@stcharles-stecroix.org::c743c65c-aa96-4881-9b89-53d2b8ebc502" providerId="AD" clId="Web-{2623EA98-3E8C-2F1B-8442-5AFF1964C188}" dt="2024-12-03T12:54:54.982" v="949"/>
          <ac:graphicFrameMkLst>
            <pc:docMk/>
            <pc:sldMk cId="2400304006" sldId="256"/>
            <ac:graphicFrameMk id="4" creationId="{48BC5E6F-2D89-9624-4338-FB3E3B55DEC2}"/>
          </ac:graphicFrameMkLst>
        </pc:graphicFrameChg>
        <pc:graphicFrameChg chg="add mod modGraphic">
          <ac:chgData name="JEAN-BAPTISTE Lyvens-Wayne" userId="S::lyvens-wayne.jean-baptiste@stcharles-stecroix.org::c743c65c-aa96-4881-9b89-53d2b8ebc502" providerId="AD" clId="Web-{2623EA98-3E8C-2F1B-8442-5AFF1964C188}" dt="2024-12-03T12:54:27.762" v="941"/>
          <ac:graphicFrameMkLst>
            <pc:docMk/>
            <pc:sldMk cId="2400304006" sldId="256"/>
            <ac:graphicFrameMk id="10" creationId="{89D98210-603B-7632-CB8D-654747DD635D}"/>
          </ac:graphicFrameMkLst>
        </pc:graphicFrameChg>
      </pc:sldChg>
      <pc:sldChg chg="addSp delSp modSp add replId">
        <pc:chgData name="JEAN-BAPTISTE Lyvens-Wayne" userId="S::lyvens-wayne.jean-baptiste@stcharles-stecroix.org::c743c65c-aa96-4881-9b89-53d2b8ebc502" providerId="AD" clId="Web-{2623EA98-3E8C-2F1B-8442-5AFF1964C188}" dt="2024-12-03T12:55:04.779" v="951"/>
        <pc:sldMkLst>
          <pc:docMk/>
          <pc:sldMk cId="1344416983" sldId="257"/>
        </pc:sldMkLst>
        <pc:spChg chg="add mod">
          <ac:chgData name="JEAN-BAPTISTE Lyvens-Wayne" userId="S::lyvens-wayne.jean-baptiste@stcharles-stecroix.org::c743c65c-aa96-4881-9b89-53d2b8ebc502" providerId="AD" clId="Web-{2623EA98-3E8C-2F1B-8442-5AFF1964C188}" dt="2024-12-03T12:33:41.452" v="479" actId="20577"/>
          <ac:spMkLst>
            <pc:docMk/>
            <pc:sldMk cId="1344416983" sldId="257"/>
            <ac:spMk id="2" creationId="{F75B7BB7-28B3-8748-33DE-A5AB4C08D2A9}"/>
          </ac:spMkLst>
        </pc:spChg>
        <pc:spChg chg="del">
          <ac:chgData name="JEAN-BAPTISTE Lyvens-Wayne" userId="S::lyvens-wayne.jean-baptiste@stcharles-stecroix.org::c743c65c-aa96-4881-9b89-53d2b8ebc502" providerId="AD" clId="Web-{2623EA98-3E8C-2F1B-8442-5AFF1964C188}" dt="2024-12-03T12:33:09.638" v="470"/>
          <ac:spMkLst>
            <pc:docMk/>
            <pc:sldMk cId="1344416983" sldId="257"/>
            <ac:spMk id="3" creationId="{FE8F55C1-4B9D-88C6-5DD5-02796D33B40E}"/>
          </ac:spMkLst>
        </pc:spChg>
        <pc:spChg chg="del">
          <ac:chgData name="JEAN-BAPTISTE Lyvens-Wayne" userId="S::lyvens-wayne.jean-baptiste@stcharles-stecroix.org::c743c65c-aa96-4881-9b89-53d2b8ebc502" providerId="AD" clId="Web-{2623EA98-3E8C-2F1B-8442-5AFF1964C188}" dt="2024-12-03T12:33:09.154" v="469"/>
          <ac:spMkLst>
            <pc:docMk/>
            <pc:sldMk cId="1344416983" sldId="257"/>
            <ac:spMk id="6" creationId="{7C389C9E-24F7-98C2-49F8-FDE21623C070}"/>
          </ac:spMkLst>
        </pc:spChg>
        <pc:spChg chg="mod">
          <ac:chgData name="JEAN-BAPTISTE Lyvens-Wayne" userId="S::lyvens-wayne.jean-baptiste@stcharles-stecroix.org::c743c65c-aa96-4881-9b89-53d2b8ebc502" providerId="AD" clId="Web-{2623EA98-3E8C-2F1B-8442-5AFF1964C188}" dt="2024-12-03T12:32:50.044" v="453" actId="1076"/>
          <ac:spMkLst>
            <pc:docMk/>
            <pc:sldMk cId="1344416983" sldId="257"/>
            <ac:spMk id="7" creationId="{737C027C-2A3C-B7A2-CCE8-D9D000254489}"/>
          </ac:spMkLst>
        </pc:spChg>
        <pc:spChg chg="mod">
          <ac:chgData name="JEAN-BAPTISTE Lyvens-Wayne" userId="S::lyvens-wayne.jean-baptiste@stcharles-stecroix.org::c743c65c-aa96-4881-9b89-53d2b8ebc502" providerId="AD" clId="Web-{2623EA98-3E8C-2F1B-8442-5AFF1964C188}" dt="2024-12-03T12:33:28.498" v="473" actId="20577"/>
          <ac:spMkLst>
            <pc:docMk/>
            <pc:sldMk cId="1344416983" sldId="257"/>
            <ac:spMk id="8" creationId="{E0A8E847-AC6A-0DDA-6E18-5CFF11001218}"/>
          </ac:spMkLst>
        </pc:spChg>
        <pc:spChg chg="add mod">
          <ac:chgData name="JEAN-BAPTISTE Lyvens-Wayne" userId="S::lyvens-wayne.jean-baptiste@stcharles-stecroix.org::c743c65c-aa96-4881-9b89-53d2b8ebc502" providerId="AD" clId="Web-{2623EA98-3E8C-2F1B-8442-5AFF1964C188}" dt="2024-12-03T12:33:39.108" v="477" actId="1076"/>
          <ac:spMkLst>
            <pc:docMk/>
            <pc:sldMk cId="1344416983" sldId="257"/>
            <ac:spMk id="11" creationId="{16062757-96F3-E2EC-4DC9-EEE4501912F3}"/>
          </ac:spMkLst>
        </pc:spChg>
        <pc:spChg chg="add mod">
          <ac:chgData name="JEAN-BAPTISTE Lyvens-Wayne" userId="S::lyvens-wayne.jean-baptiste@stcharles-stecroix.org::c743c65c-aa96-4881-9b89-53d2b8ebc502" providerId="AD" clId="Web-{2623EA98-3E8C-2F1B-8442-5AFF1964C188}" dt="2024-12-03T12:38:27.462" v="632" actId="20577"/>
          <ac:spMkLst>
            <pc:docMk/>
            <pc:sldMk cId="1344416983" sldId="257"/>
            <ac:spMk id="12" creationId="{C55AAC97-6E0F-DDC6-F249-561F2E7E916A}"/>
          </ac:spMkLst>
        </pc:spChg>
        <pc:graphicFrameChg chg="mod modGraphic">
          <ac:chgData name="JEAN-BAPTISTE Lyvens-Wayne" userId="S::lyvens-wayne.jean-baptiste@stcharles-stecroix.org::c743c65c-aa96-4881-9b89-53d2b8ebc502" providerId="AD" clId="Web-{2623EA98-3E8C-2F1B-8442-5AFF1964C188}" dt="2024-12-03T12:55:04.779" v="951"/>
          <ac:graphicFrameMkLst>
            <pc:docMk/>
            <pc:sldMk cId="1344416983" sldId="257"/>
            <ac:graphicFrameMk id="4" creationId="{48BC5E6F-2D89-9624-4338-FB3E3B55DEC2}"/>
          </ac:graphicFrameMkLst>
        </pc:graphicFrameChg>
        <pc:graphicFrameChg chg="mod modGraphic">
          <ac:chgData name="JEAN-BAPTISTE Lyvens-Wayne" userId="S::lyvens-wayne.jean-baptiste@stcharles-stecroix.org::c743c65c-aa96-4881-9b89-53d2b8ebc502" providerId="AD" clId="Web-{2623EA98-3E8C-2F1B-8442-5AFF1964C188}" dt="2024-12-03T12:47:21.122" v="865"/>
          <ac:graphicFrameMkLst>
            <pc:docMk/>
            <pc:sldMk cId="1344416983" sldId="257"/>
            <ac:graphicFrameMk id="10" creationId="{89D98210-603B-7632-CB8D-654747DD635D}"/>
          </ac:graphicFrameMkLst>
        </pc:graphicFrameChg>
      </pc:sldChg>
      <pc:sldChg chg="delSp modSp del">
        <pc:chgData name="JEAN-BAPTISTE Lyvens-Wayne" userId="S::lyvens-wayne.jean-baptiste@stcharles-stecroix.org::c743c65c-aa96-4881-9b89-53d2b8ebc502" providerId="AD" clId="Web-{2623EA98-3E8C-2F1B-8442-5AFF1964C188}" dt="2024-12-03T12:13:23.393" v="27"/>
        <pc:sldMkLst>
          <pc:docMk/>
          <pc:sldMk cId="3569105247" sldId="257"/>
        </pc:sldMkLst>
        <pc:spChg chg="mod">
          <ac:chgData name="JEAN-BAPTISTE Lyvens-Wayne" userId="S::lyvens-wayne.jean-baptiste@stcharles-stecroix.org::c743c65c-aa96-4881-9b89-53d2b8ebc502" providerId="AD" clId="Web-{2623EA98-3E8C-2F1B-8442-5AFF1964C188}" dt="2024-12-03T12:12:12.109" v="3" actId="20577"/>
          <ac:spMkLst>
            <pc:docMk/>
            <pc:sldMk cId="3569105247" sldId="257"/>
            <ac:spMk id="8" creationId="{E0A8E847-AC6A-0DDA-6E18-5CFF11001218}"/>
          </ac:spMkLst>
        </pc:spChg>
        <pc:spChg chg="del">
          <ac:chgData name="JEAN-BAPTISTE Lyvens-Wayne" userId="S::lyvens-wayne.jean-baptiste@stcharles-stecroix.org::c743c65c-aa96-4881-9b89-53d2b8ebc502" providerId="AD" clId="Web-{2623EA98-3E8C-2F1B-8442-5AFF1964C188}" dt="2024-12-03T12:03:25.200" v="0"/>
          <ac:spMkLst>
            <pc:docMk/>
            <pc:sldMk cId="3569105247" sldId="257"/>
            <ac:spMk id="9" creationId="{BA115102-9498-BD5B-B250-E61884124F5E}"/>
          </ac:spMkLst>
        </pc:spChg>
      </pc:sldChg>
      <pc:sldChg chg="addSp delSp modSp add replId">
        <pc:chgData name="JEAN-BAPTISTE Lyvens-Wayne" userId="S::lyvens-wayne.jean-baptiste@stcharles-stecroix.org::c743c65c-aa96-4881-9b89-53d2b8ebc502" providerId="AD" clId="Web-{2623EA98-3E8C-2F1B-8442-5AFF1964C188}" dt="2024-12-03T12:55:29.717" v="953"/>
        <pc:sldMkLst>
          <pc:docMk/>
          <pc:sldMk cId="3441779225" sldId="258"/>
        </pc:sldMkLst>
        <pc:spChg chg="mod">
          <ac:chgData name="JEAN-BAPTISTE Lyvens-Wayne" userId="S::lyvens-wayne.jean-baptiste@stcharles-stecroix.org::c743c65c-aa96-4881-9b89-53d2b8ebc502" providerId="AD" clId="Web-{2623EA98-3E8C-2F1B-8442-5AFF1964C188}" dt="2024-12-03T12:35:03.845" v="540" actId="20577"/>
          <ac:spMkLst>
            <pc:docMk/>
            <pc:sldMk cId="3441779225" sldId="258"/>
            <ac:spMk id="2" creationId="{F75B7BB7-28B3-8748-33DE-A5AB4C08D2A9}"/>
          </ac:spMkLst>
        </pc:spChg>
        <pc:spChg chg="add mod">
          <ac:chgData name="JEAN-BAPTISTE Lyvens-Wayne" userId="S::lyvens-wayne.jean-baptiste@stcharles-stecroix.org::c743c65c-aa96-4881-9b89-53d2b8ebc502" providerId="AD" clId="Web-{2623EA98-3E8C-2F1B-8442-5AFF1964C188}" dt="2024-12-03T12:36:19.520" v="568" actId="20577"/>
          <ac:spMkLst>
            <pc:docMk/>
            <pc:sldMk cId="3441779225" sldId="258"/>
            <ac:spMk id="3" creationId="{AA107402-0459-DAB4-7691-E0861F2C26D5}"/>
          </ac:spMkLst>
        </pc:spChg>
        <pc:spChg chg="del mod">
          <ac:chgData name="JEAN-BAPTISTE Lyvens-Wayne" userId="S::lyvens-wayne.jean-baptiste@stcharles-stecroix.org::c743c65c-aa96-4881-9b89-53d2b8ebc502" providerId="AD" clId="Web-{2623EA98-3E8C-2F1B-8442-5AFF1964C188}" dt="2024-12-03T12:34:13.937" v="485"/>
          <ac:spMkLst>
            <pc:docMk/>
            <pc:sldMk cId="3441779225" sldId="258"/>
            <ac:spMk id="7" creationId="{737C027C-2A3C-B7A2-CCE8-D9D000254489}"/>
          </ac:spMkLst>
        </pc:spChg>
        <pc:spChg chg="mod">
          <ac:chgData name="JEAN-BAPTISTE Lyvens-Wayne" userId="S::lyvens-wayne.jean-baptiste@stcharles-stecroix.org::c743c65c-aa96-4881-9b89-53d2b8ebc502" providerId="AD" clId="Web-{2623EA98-3E8C-2F1B-8442-5AFF1964C188}" dt="2024-12-03T12:34:04.453" v="482" actId="14100"/>
          <ac:spMkLst>
            <pc:docMk/>
            <pc:sldMk cId="3441779225" sldId="258"/>
            <ac:spMk id="8" creationId="{E0A8E847-AC6A-0DDA-6E18-5CFF11001218}"/>
          </ac:spMkLst>
        </pc:spChg>
        <pc:spChg chg="mod">
          <ac:chgData name="JEAN-BAPTISTE Lyvens-Wayne" userId="S::lyvens-wayne.jean-baptiste@stcharles-stecroix.org::c743c65c-aa96-4881-9b89-53d2b8ebc502" providerId="AD" clId="Web-{2623EA98-3E8C-2F1B-8442-5AFF1964C188}" dt="2024-12-03T12:34:19.250" v="487" actId="1076"/>
          <ac:spMkLst>
            <pc:docMk/>
            <pc:sldMk cId="3441779225" sldId="258"/>
            <ac:spMk id="11" creationId="{16062757-96F3-E2EC-4DC9-EEE4501912F3}"/>
          </ac:spMkLst>
        </pc:spChg>
        <pc:graphicFrameChg chg="mod modGraphic">
          <ac:chgData name="JEAN-BAPTISTE Lyvens-Wayne" userId="S::lyvens-wayne.jean-baptiste@stcharles-stecroix.org::c743c65c-aa96-4881-9b89-53d2b8ebc502" providerId="AD" clId="Web-{2623EA98-3E8C-2F1B-8442-5AFF1964C188}" dt="2024-12-03T12:55:29.717" v="953"/>
          <ac:graphicFrameMkLst>
            <pc:docMk/>
            <pc:sldMk cId="3441779225" sldId="258"/>
            <ac:graphicFrameMk id="4" creationId="{48BC5E6F-2D89-9624-4338-FB3E3B55DEC2}"/>
          </ac:graphicFrameMkLst>
        </pc:graphicFrameChg>
        <pc:graphicFrameChg chg="modGraphic">
          <ac:chgData name="JEAN-BAPTISTE Lyvens-Wayne" userId="S::lyvens-wayne.jean-baptiste@stcharles-stecroix.org::c743c65c-aa96-4881-9b89-53d2b8ebc502" providerId="AD" clId="Web-{2623EA98-3E8C-2F1B-8442-5AFF1964C188}" dt="2024-12-03T12:47:14.840" v="864"/>
          <ac:graphicFrameMkLst>
            <pc:docMk/>
            <pc:sldMk cId="3441779225" sldId="258"/>
            <ac:graphicFrameMk id="10" creationId="{89D98210-603B-7632-CB8D-654747DD635D}"/>
          </ac:graphicFrameMkLst>
        </pc:graphicFrameChg>
      </pc:sldChg>
      <pc:sldChg chg="addSp delSp modSp add replId">
        <pc:chgData name="JEAN-BAPTISTE Lyvens-Wayne" userId="S::lyvens-wayne.jean-baptiste@stcharles-stecroix.org::c743c65c-aa96-4881-9b89-53d2b8ebc502" providerId="AD" clId="Web-{2623EA98-3E8C-2F1B-8442-5AFF1964C188}" dt="2024-12-03T12:55:37.124" v="955"/>
        <pc:sldMkLst>
          <pc:docMk/>
          <pc:sldMk cId="3785555647" sldId="259"/>
        </pc:sldMkLst>
        <pc:spChg chg="del">
          <ac:chgData name="JEAN-BAPTISTE Lyvens-Wayne" userId="S::lyvens-wayne.jean-baptiste@stcharles-stecroix.org::c743c65c-aa96-4881-9b89-53d2b8ebc502" providerId="AD" clId="Web-{2623EA98-3E8C-2F1B-8442-5AFF1964C188}" dt="2024-12-03T12:38:50.260" v="642"/>
          <ac:spMkLst>
            <pc:docMk/>
            <pc:sldMk cId="3785555647" sldId="259"/>
            <ac:spMk id="2" creationId="{F75B7BB7-28B3-8748-33DE-A5AB4C08D2A9}"/>
          </ac:spMkLst>
        </pc:spChg>
        <pc:spChg chg="mod">
          <ac:chgData name="JEAN-BAPTISTE Lyvens-Wayne" userId="S::lyvens-wayne.jean-baptiste@stcharles-stecroix.org::c743c65c-aa96-4881-9b89-53d2b8ebc502" providerId="AD" clId="Web-{2623EA98-3E8C-2F1B-8442-5AFF1964C188}" dt="2024-12-03T12:43:53.005" v="815" actId="20577"/>
          <ac:spMkLst>
            <pc:docMk/>
            <pc:sldMk cId="3785555647" sldId="259"/>
            <ac:spMk id="3" creationId="{AA107402-0459-DAB4-7691-E0861F2C26D5}"/>
          </ac:spMkLst>
        </pc:spChg>
        <pc:spChg chg="add del mod">
          <ac:chgData name="JEAN-BAPTISTE Lyvens-Wayne" userId="S::lyvens-wayne.jean-baptiste@stcharles-stecroix.org::c743c65c-aa96-4881-9b89-53d2b8ebc502" providerId="AD" clId="Web-{2623EA98-3E8C-2F1B-8442-5AFF1964C188}" dt="2024-12-03T12:40:17.575" v="663"/>
          <ac:spMkLst>
            <pc:docMk/>
            <pc:sldMk cId="3785555647" sldId="259"/>
            <ac:spMk id="6" creationId="{15D0952B-C18C-5391-76ED-5F0125B983BB}"/>
          </ac:spMkLst>
        </pc:spChg>
        <pc:spChg chg="mod">
          <ac:chgData name="JEAN-BAPTISTE Lyvens-Wayne" userId="S::lyvens-wayne.jean-baptiste@stcharles-stecroix.org::c743c65c-aa96-4881-9b89-53d2b8ebc502" providerId="AD" clId="Web-{2623EA98-3E8C-2F1B-8442-5AFF1964C188}" dt="2024-12-03T12:44:54.179" v="836" actId="20577"/>
          <ac:spMkLst>
            <pc:docMk/>
            <pc:sldMk cId="3785555647" sldId="259"/>
            <ac:spMk id="8" creationId="{E0A8E847-AC6A-0DDA-6E18-5CFF11001218}"/>
          </ac:spMkLst>
        </pc:spChg>
        <pc:spChg chg="del">
          <ac:chgData name="JEAN-BAPTISTE Lyvens-Wayne" userId="S::lyvens-wayne.jean-baptiste@stcharles-stecroix.org::c743c65c-aa96-4881-9b89-53d2b8ebc502" providerId="AD" clId="Web-{2623EA98-3E8C-2F1B-8442-5AFF1964C188}" dt="2024-12-03T12:38:51.072" v="643"/>
          <ac:spMkLst>
            <pc:docMk/>
            <pc:sldMk cId="3785555647" sldId="259"/>
            <ac:spMk id="11" creationId="{16062757-96F3-E2EC-4DC9-EEE4501912F3}"/>
          </ac:spMkLst>
        </pc:spChg>
        <pc:spChg chg="add mod">
          <ac:chgData name="JEAN-BAPTISTE Lyvens-Wayne" userId="S::lyvens-wayne.jean-baptiste@stcharles-stecroix.org::c743c65c-aa96-4881-9b89-53d2b8ebc502" providerId="AD" clId="Web-{2623EA98-3E8C-2F1B-8442-5AFF1964C188}" dt="2024-12-03T12:45:08.711" v="839" actId="1076"/>
          <ac:spMkLst>
            <pc:docMk/>
            <pc:sldMk cId="3785555647" sldId="259"/>
            <ac:spMk id="12" creationId="{C875C941-8ECF-24CB-416E-6B087CFBA029}"/>
          </ac:spMkLst>
        </pc:spChg>
        <pc:spChg chg="add mod">
          <ac:chgData name="JEAN-BAPTISTE Lyvens-Wayne" userId="S::lyvens-wayne.jean-baptiste@stcharles-stecroix.org::c743c65c-aa96-4881-9b89-53d2b8ebc502" providerId="AD" clId="Web-{2623EA98-3E8C-2F1B-8442-5AFF1964C188}" dt="2024-12-03T12:45:45.650" v="850" actId="1076"/>
          <ac:spMkLst>
            <pc:docMk/>
            <pc:sldMk cId="3785555647" sldId="259"/>
            <ac:spMk id="13" creationId="{1379760C-922A-245D-2C98-4CD33ECB58AD}"/>
          </ac:spMkLst>
        </pc:spChg>
        <pc:spChg chg="add mod">
          <ac:chgData name="JEAN-BAPTISTE Lyvens-Wayne" userId="S::lyvens-wayne.jean-baptiste@stcharles-stecroix.org::c743c65c-aa96-4881-9b89-53d2b8ebc502" providerId="AD" clId="Web-{2623EA98-3E8C-2F1B-8442-5AFF1964C188}" dt="2024-12-03T12:45:55.556" v="853" actId="20577"/>
          <ac:spMkLst>
            <pc:docMk/>
            <pc:sldMk cId="3785555647" sldId="259"/>
            <ac:spMk id="14" creationId="{A591BD19-47D8-F3F4-9BC6-52CB92A901BA}"/>
          </ac:spMkLst>
        </pc:spChg>
        <pc:spChg chg="add mod">
          <ac:chgData name="JEAN-BAPTISTE Lyvens-Wayne" userId="S::lyvens-wayne.jean-baptiste@stcharles-stecroix.org::c743c65c-aa96-4881-9b89-53d2b8ebc502" providerId="AD" clId="Web-{2623EA98-3E8C-2F1B-8442-5AFF1964C188}" dt="2024-12-03T12:46:18.260" v="860" actId="20577"/>
          <ac:spMkLst>
            <pc:docMk/>
            <pc:sldMk cId="3785555647" sldId="259"/>
            <ac:spMk id="15" creationId="{4DB3E141-2EB4-5C25-84E2-A4B7FAA2E78F}"/>
          </ac:spMkLst>
        </pc:spChg>
        <pc:spChg chg="add del mod">
          <ac:chgData name="JEAN-BAPTISTE Lyvens-Wayne" userId="S::lyvens-wayne.jean-baptiste@stcharles-stecroix.org::c743c65c-aa96-4881-9b89-53d2b8ebc502" providerId="AD" clId="Web-{2623EA98-3E8C-2F1B-8442-5AFF1964C188}" dt="2024-12-03T12:45:33.712" v="848"/>
          <ac:spMkLst>
            <pc:docMk/>
            <pc:sldMk cId="3785555647" sldId="259"/>
            <ac:spMk id="16" creationId="{EF9B294E-B1F8-FDB4-5822-D50374171B97}"/>
          </ac:spMkLst>
        </pc:spChg>
        <pc:graphicFrameChg chg="mod modGraphic">
          <ac:chgData name="JEAN-BAPTISTE Lyvens-Wayne" userId="S::lyvens-wayne.jean-baptiste@stcharles-stecroix.org::c743c65c-aa96-4881-9b89-53d2b8ebc502" providerId="AD" clId="Web-{2623EA98-3E8C-2F1B-8442-5AFF1964C188}" dt="2024-12-03T12:55:37.124" v="955"/>
          <ac:graphicFrameMkLst>
            <pc:docMk/>
            <pc:sldMk cId="3785555647" sldId="259"/>
            <ac:graphicFrameMk id="4" creationId="{48BC5E6F-2D89-9624-4338-FB3E3B55DEC2}"/>
          </ac:graphicFrameMkLst>
        </pc:graphicFrameChg>
        <pc:graphicFrameChg chg="add del mod modGraphic">
          <ac:chgData name="JEAN-BAPTISTE Lyvens-Wayne" userId="S::lyvens-wayne.jean-baptiste@stcharles-stecroix.org::c743c65c-aa96-4881-9b89-53d2b8ebc502" providerId="AD" clId="Web-{2623EA98-3E8C-2F1B-8442-5AFF1964C188}" dt="2024-12-03T12:43:54.349" v="816"/>
          <ac:graphicFrameMkLst>
            <pc:docMk/>
            <pc:sldMk cId="3785555647" sldId="259"/>
            <ac:graphicFrameMk id="7" creationId="{4B341446-C677-57ED-E51F-99995F1F746A}"/>
          </ac:graphicFrameMkLst>
        </pc:graphicFrameChg>
        <pc:graphicFrameChg chg="modGraphic">
          <ac:chgData name="JEAN-BAPTISTE Lyvens-Wayne" userId="S::lyvens-wayne.jean-baptiste@stcharles-stecroix.org::c743c65c-aa96-4881-9b89-53d2b8ebc502" providerId="AD" clId="Web-{2623EA98-3E8C-2F1B-8442-5AFF1964C188}" dt="2024-12-03T12:47:25.372" v="866"/>
          <ac:graphicFrameMkLst>
            <pc:docMk/>
            <pc:sldMk cId="3785555647" sldId="259"/>
            <ac:graphicFrameMk id="10" creationId="{89D98210-603B-7632-CB8D-654747DD635D}"/>
          </ac:graphicFrameMkLst>
        </pc:graphicFrameChg>
      </pc:sldChg>
      <pc:sldChg chg="modSp add replId">
        <pc:chgData name="JEAN-BAPTISTE Lyvens-Wayne" userId="S::lyvens-wayne.jean-baptiste@stcharles-stecroix.org::c743c65c-aa96-4881-9b89-53d2b8ebc502" providerId="AD" clId="Web-{2623EA98-3E8C-2F1B-8442-5AFF1964C188}" dt="2024-12-03T12:55:47.202" v="957"/>
        <pc:sldMkLst>
          <pc:docMk/>
          <pc:sldMk cId="656516188" sldId="260"/>
        </pc:sldMkLst>
        <pc:graphicFrameChg chg="mod modGraphic">
          <ac:chgData name="JEAN-BAPTISTE Lyvens-Wayne" userId="S::lyvens-wayne.jean-baptiste@stcharles-stecroix.org::c743c65c-aa96-4881-9b89-53d2b8ebc502" providerId="AD" clId="Web-{2623EA98-3E8C-2F1B-8442-5AFF1964C188}" dt="2024-12-03T12:55:47.202" v="957"/>
          <ac:graphicFrameMkLst>
            <pc:docMk/>
            <pc:sldMk cId="656516188" sldId="260"/>
            <ac:graphicFrameMk id="4" creationId="{48BC5E6F-2D89-9624-4338-FB3E3B55DEC2}"/>
          </ac:graphicFrameMkLst>
        </pc:graphicFrameChg>
        <pc:graphicFrameChg chg="modGraphic">
          <ac:chgData name="JEAN-BAPTISTE Lyvens-Wayne" userId="S::lyvens-wayne.jean-baptiste@stcharles-stecroix.org::c743c65c-aa96-4881-9b89-53d2b8ebc502" providerId="AD" clId="Web-{2623EA98-3E8C-2F1B-8442-5AFF1964C188}" dt="2024-12-03T12:48:15.311" v="870"/>
          <ac:graphicFrameMkLst>
            <pc:docMk/>
            <pc:sldMk cId="656516188" sldId="260"/>
            <ac:graphicFrameMk id="10" creationId="{89D98210-603B-7632-CB8D-654747DD635D}"/>
          </ac:graphicFrameMkLst>
        </pc:graphicFrameChg>
      </pc:sldChg>
      <pc:sldChg chg="addSp delSp modSp add replId">
        <pc:chgData name="JEAN-BAPTISTE Lyvens-Wayne" userId="S::lyvens-wayne.jean-baptiste@stcharles-stecroix.org::c743c65c-aa96-4881-9b89-53d2b8ebc502" providerId="AD" clId="Web-{2623EA98-3E8C-2F1B-8442-5AFF1964C188}" dt="2024-12-03T13:00:43.978" v="1007" actId="1076"/>
        <pc:sldMkLst>
          <pc:docMk/>
          <pc:sldMk cId="3477174107" sldId="261"/>
        </pc:sldMkLst>
        <pc:spChg chg="del mod">
          <ac:chgData name="JEAN-BAPTISTE Lyvens-Wayne" userId="S::lyvens-wayne.jean-baptiste@stcharles-stecroix.org::c743c65c-aa96-4881-9b89-53d2b8ebc502" providerId="AD" clId="Web-{2623EA98-3E8C-2F1B-8442-5AFF1964C188}" dt="2024-12-03T12:54:21.559" v="937"/>
          <ac:spMkLst>
            <pc:docMk/>
            <pc:sldMk cId="3477174107" sldId="261"/>
            <ac:spMk id="3" creationId="{AA107402-0459-DAB4-7691-E0861F2C26D5}"/>
          </ac:spMkLst>
        </pc:spChg>
        <pc:spChg chg="add del">
          <ac:chgData name="JEAN-BAPTISTE Lyvens-Wayne" userId="S::lyvens-wayne.jean-baptiste@stcharles-stecroix.org::c743c65c-aa96-4881-9b89-53d2b8ebc502" providerId="AD" clId="Web-{2623EA98-3E8C-2F1B-8442-5AFF1964C188}" dt="2024-12-03T12:49:45.033" v="877"/>
          <ac:spMkLst>
            <pc:docMk/>
            <pc:sldMk cId="3477174107" sldId="261"/>
            <ac:spMk id="6" creationId="{9F9ED6B1-4B07-4341-9D73-86C6E6A68381}"/>
          </ac:spMkLst>
        </pc:spChg>
        <pc:spChg chg="mod">
          <ac:chgData name="JEAN-BAPTISTE Lyvens-Wayne" userId="S::lyvens-wayne.jean-baptiste@stcharles-stecroix.org::c743c65c-aa96-4881-9b89-53d2b8ebc502" providerId="AD" clId="Web-{2623EA98-3E8C-2F1B-8442-5AFF1964C188}" dt="2024-12-03T12:49:37.408" v="875" actId="20577"/>
          <ac:spMkLst>
            <pc:docMk/>
            <pc:sldMk cId="3477174107" sldId="261"/>
            <ac:spMk id="8" creationId="{E0A8E847-AC6A-0DDA-6E18-5CFF11001218}"/>
          </ac:spMkLst>
        </pc:spChg>
        <pc:spChg chg="add mod">
          <ac:chgData name="JEAN-BAPTISTE Lyvens-Wayne" userId="S::lyvens-wayne.jean-baptiste@stcharles-stecroix.org::c743c65c-aa96-4881-9b89-53d2b8ebc502" providerId="AD" clId="Web-{2623EA98-3E8C-2F1B-8442-5AFF1964C188}" dt="2024-12-03T12:50:08.940" v="887" actId="1076"/>
          <ac:spMkLst>
            <pc:docMk/>
            <pc:sldMk cId="3477174107" sldId="261"/>
            <ac:spMk id="12" creationId="{EFDAA2C5-E3E6-ECA0-13C0-625CC83FB1FF}"/>
          </ac:spMkLst>
        </pc:spChg>
        <pc:spChg chg="add mod">
          <ac:chgData name="JEAN-BAPTISTE Lyvens-Wayne" userId="S::lyvens-wayne.jean-baptiste@stcharles-stecroix.org::c743c65c-aa96-4881-9b89-53d2b8ebc502" providerId="AD" clId="Web-{2623EA98-3E8C-2F1B-8442-5AFF1964C188}" dt="2024-12-03T12:50:56.426" v="924"/>
          <ac:spMkLst>
            <pc:docMk/>
            <pc:sldMk cId="3477174107" sldId="261"/>
            <ac:spMk id="13" creationId="{438AE9A1-D9C8-95FC-4695-D792240CD65D}"/>
          </ac:spMkLst>
        </pc:spChg>
        <pc:spChg chg="add mod">
          <ac:chgData name="JEAN-BAPTISTE Lyvens-Wayne" userId="S::lyvens-wayne.jean-baptiste@stcharles-stecroix.org::c743c65c-aa96-4881-9b89-53d2b8ebc502" providerId="AD" clId="Web-{2623EA98-3E8C-2F1B-8442-5AFF1964C188}" dt="2024-12-03T12:50:23.831" v="893" actId="1076"/>
          <ac:spMkLst>
            <pc:docMk/>
            <pc:sldMk cId="3477174107" sldId="261"/>
            <ac:spMk id="14" creationId="{C5808DDB-1AA7-2872-C5CE-ABA9756083FC}"/>
          </ac:spMkLst>
        </pc:spChg>
        <pc:spChg chg="add mod">
          <ac:chgData name="JEAN-BAPTISTE Lyvens-Wayne" userId="S::lyvens-wayne.jean-baptiste@stcharles-stecroix.org::c743c65c-aa96-4881-9b89-53d2b8ebc502" providerId="AD" clId="Web-{2623EA98-3E8C-2F1B-8442-5AFF1964C188}" dt="2024-12-03T12:53:12.150" v="934" actId="20577"/>
          <ac:spMkLst>
            <pc:docMk/>
            <pc:sldMk cId="3477174107" sldId="261"/>
            <ac:spMk id="15" creationId="{F416715F-6A9D-1446-06FC-F5F02ED63887}"/>
          </ac:spMkLst>
        </pc:spChg>
        <pc:spChg chg="add mod">
          <ac:chgData name="JEAN-BAPTISTE Lyvens-Wayne" userId="S::lyvens-wayne.jean-baptiste@stcharles-stecroix.org::c743c65c-aa96-4881-9b89-53d2b8ebc502" providerId="AD" clId="Web-{2623EA98-3E8C-2F1B-8442-5AFF1964C188}" dt="2024-12-03T13:00:43.978" v="1007" actId="1076"/>
          <ac:spMkLst>
            <pc:docMk/>
            <pc:sldMk cId="3477174107" sldId="261"/>
            <ac:spMk id="16" creationId="{9B4199C5-2E56-0D08-53E7-11805DE1606A}"/>
          </ac:spMkLst>
        </pc:spChg>
        <pc:graphicFrameChg chg="mod modGraphic">
          <ac:chgData name="JEAN-BAPTISTE Lyvens-Wayne" userId="S::lyvens-wayne.jean-baptiste@stcharles-stecroix.org::c743c65c-aa96-4881-9b89-53d2b8ebc502" providerId="AD" clId="Web-{2623EA98-3E8C-2F1B-8442-5AFF1964C188}" dt="2024-12-03T12:55:59.125" v="959"/>
          <ac:graphicFrameMkLst>
            <pc:docMk/>
            <pc:sldMk cId="3477174107" sldId="261"/>
            <ac:graphicFrameMk id="4" creationId="{48BC5E6F-2D89-9624-4338-FB3E3B55DEC2}"/>
          </ac:graphicFrameMkLst>
        </pc:graphicFrameChg>
        <pc:graphicFrameChg chg="del">
          <ac:chgData name="JEAN-BAPTISTE Lyvens-Wayne" userId="S::lyvens-wayne.jean-baptiste@stcharles-stecroix.org::c743c65c-aa96-4881-9b89-53d2b8ebc502" providerId="AD" clId="Web-{2623EA98-3E8C-2F1B-8442-5AFF1964C188}" dt="2024-12-03T12:48:54.578" v="872"/>
          <ac:graphicFrameMkLst>
            <pc:docMk/>
            <pc:sldMk cId="3477174107" sldId="261"/>
            <ac:graphicFrameMk id="7" creationId="{4B341446-C677-57ED-E51F-99995F1F746A}"/>
          </ac:graphicFrameMkLst>
        </pc:graphicFrameChg>
      </pc:sldChg>
      <pc:sldChg chg="modSp add ord replId">
        <pc:chgData name="JEAN-BAPTISTE Lyvens-Wayne" userId="S::lyvens-wayne.jean-baptiste@stcharles-stecroix.org::c743c65c-aa96-4881-9b89-53d2b8ebc502" providerId="AD" clId="Web-{2623EA98-3E8C-2F1B-8442-5AFF1964C188}" dt="2024-12-03T13:01:44.824" v="1017" actId="20577"/>
        <pc:sldMkLst>
          <pc:docMk/>
          <pc:sldMk cId="2165034861" sldId="262"/>
        </pc:sldMkLst>
        <pc:spChg chg="mod">
          <ac:chgData name="JEAN-BAPTISTE Lyvens-Wayne" userId="S::lyvens-wayne.jean-baptiste@stcharles-stecroix.org::c743c65c-aa96-4881-9b89-53d2b8ebc502" providerId="AD" clId="Web-{2623EA98-3E8C-2F1B-8442-5AFF1964C188}" dt="2024-12-03T13:01:35.480" v="1015" actId="20577"/>
          <ac:spMkLst>
            <pc:docMk/>
            <pc:sldMk cId="2165034861" sldId="262"/>
            <ac:spMk id="3" creationId="{FE8F55C1-4B9D-88C6-5DD5-02796D33B40E}"/>
          </ac:spMkLst>
        </pc:spChg>
        <pc:spChg chg="mod">
          <ac:chgData name="JEAN-BAPTISTE Lyvens-Wayne" userId="S::lyvens-wayne.jean-baptiste@stcharles-stecroix.org::c743c65c-aa96-4881-9b89-53d2b8ebc502" providerId="AD" clId="Web-{2623EA98-3E8C-2F1B-8442-5AFF1964C188}" dt="2024-12-03T13:01:44.824" v="1017" actId="20577"/>
          <ac:spMkLst>
            <pc:docMk/>
            <pc:sldMk cId="2165034861" sldId="262"/>
            <ac:spMk id="6" creationId="{7C389C9E-24F7-98C2-49F8-FDE21623C070}"/>
          </ac:spMkLst>
        </pc:spChg>
        <pc:spChg chg="mod">
          <ac:chgData name="JEAN-BAPTISTE Lyvens-Wayne" userId="S::lyvens-wayne.jean-baptiste@stcharles-stecroix.org::c743c65c-aa96-4881-9b89-53d2b8ebc502" providerId="AD" clId="Web-{2623EA98-3E8C-2F1B-8442-5AFF1964C188}" dt="2024-12-03T13:01:30.996" v="1014" actId="20577"/>
          <ac:spMkLst>
            <pc:docMk/>
            <pc:sldMk cId="2165034861" sldId="262"/>
            <ac:spMk id="7" creationId="{737C027C-2A3C-B7A2-CCE8-D9D000254489}"/>
          </ac:spMkLst>
        </pc:spChg>
        <pc:spChg chg="mod">
          <ac:chgData name="JEAN-BAPTISTE Lyvens-Wayne" userId="S::lyvens-wayne.jean-baptiste@stcharles-stecroix.org::c743c65c-aa96-4881-9b89-53d2b8ebc502" providerId="AD" clId="Web-{2623EA98-3E8C-2F1B-8442-5AFF1964C188}" dt="2024-12-03T13:01:26.949" v="1011" actId="20577"/>
          <ac:spMkLst>
            <pc:docMk/>
            <pc:sldMk cId="2165034861" sldId="262"/>
            <ac:spMk id="8" creationId="{E0A8E847-AC6A-0DDA-6E18-5CFF11001218}"/>
          </ac:spMkLst>
        </pc:spChg>
        <pc:spChg chg="mod">
          <ac:chgData name="JEAN-BAPTISTE Lyvens-Wayne" userId="S::lyvens-wayne.jean-baptiste@stcharles-stecroix.org::c743c65c-aa96-4881-9b89-53d2b8ebc502" providerId="AD" clId="Web-{2623EA98-3E8C-2F1B-8442-5AFF1964C188}" dt="2024-12-03T12:57:08.252" v="966" actId="20577"/>
          <ac:spMkLst>
            <pc:docMk/>
            <pc:sldMk cId="2165034861" sldId="262"/>
            <ac:spMk id="11" creationId="{C7CC729B-8B4F-0571-FA9D-525DB2FBD7A9}"/>
          </ac:spMkLst>
        </pc:spChg>
      </pc:sldChg>
      <pc:sldChg chg="new del">
        <pc:chgData name="JEAN-BAPTISTE Lyvens-Wayne" userId="S::lyvens-wayne.jean-baptiste@stcharles-stecroix.org::c743c65c-aa96-4881-9b89-53d2b8ebc502" providerId="AD" clId="Web-{2623EA98-3E8C-2F1B-8442-5AFF1964C188}" dt="2024-12-03T12:56:26.641" v="961"/>
        <pc:sldMkLst>
          <pc:docMk/>
          <pc:sldMk cId="3936485415" sldId="262"/>
        </pc:sldMkLst>
      </pc:sldChg>
      <pc:sldChg chg="modSp add ord replId">
        <pc:chgData name="JEAN-BAPTISTE Lyvens-Wayne" userId="S::lyvens-wayne.jean-baptiste@stcharles-stecroix.org::c743c65c-aa96-4881-9b89-53d2b8ebc502" providerId="AD" clId="Web-{2623EA98-3E8C-2F1B-8442-5AFF1964C188}" dt="2024-12-03T13:03:27.375" v="1042" actId="20577"/>
        <pc:sldMkLst>
          <pc:docMk/>
          <pc:sldMk cId="2513673685" sldId="263"/>
        </pc:sldMkLst>
        <pc:spChg chg="mod">
          <ac:chgData name="JEAN-BAPTISTE Lyvens-Wayne" userId="S::lyvens-wayne.jean-baptiste@stcharles-stecroix.org::c743c65c-aa96-4881-9b89-53d2b8ebc502" providerId="AD" clId="Web-{2623EA98-3E8C-2F1B-8442-5AFF1964C188}" dt="2024-12-03T13:02:40.748" v="1031" actId="20577"/>
          <ac:spMkLst>
            <pc:docMk/>
            <pc:sldMk cId="2513673685" sldId="263"/>
            <ac:spMk id="2" creationId="{F75B7BB7-28B3-8748-33DE-A5AB4C08D2A9}"/>
          </ac:spMkLst>
        </pc:spChg>
        <pc:spChg chg="mod">
          <ac:chgData name="JEAN-BAPTISTE Lyvens-Wayne" userId="S::lyvens-wayne.jean-baptiste@stcharles-stecroix.org::c743c65c-aa96-4881-9b89-53d2b8ebc502" providerId="AD" clId="Web-{2623EA98-3E8C-2F1B-8442-5AFF1964C188}" dt="2024-12-03T13:03:27.375" v="1042" actId="20577"/>
          <ac:spMkLst>
            <pc:docMk/>
            <pc:sldMk cId="2513673685" sldId="263"/>
            <ac:spMk id="3" creationId="{AA107402-0459-DAB4-7691-E0861F2C26D5}"/>
          </ac:spMkLst>
        </pc:spChg>
        <pc:spChg chg="mod">
          <ac:chgData name="JEAN-BAPTISTE Lyvens-Wayne" userId="S::lyvens-wayne.jean-baptiste@stcharles-stecroix.org::c743c65c-aa96-4881-9b89-53d2b8ebc502" providerId="AD" clId="Web-{2623EA98-3E8C-2F1B-8442-5AFF1964C188}" dt="2024-12-03T13:02:32.904" v="1026" actId="20577"/>
          <ac:spMkLst>
            <pc:docMk/>
            <pc:sldMk cId="2513673685" sldId="263"/>
            <ac:spMk id="8" creationId="{E0A8E847-AC6A-0DDA-6E18-5CFF11001218}"/>
          </ac:spMkLst>
        </pc:spChg>
        <pc:spChg chg="mod">
          <ac:chgData name="JEAN-BAPTISTE Lyvens-Wayne" userId="S::lyvens-wayne.jean-baptiste@stcharles-stecroix.org::c743c65c-aa96-4881-9b89-53d2b8ebc502" providerId="AD" clId="Web-{2623EA98-3E8C-2F1B-8442-5AFF1964C188}" dt="2024-12-03T13:02:46.748" v="1033" actId="20577"/>
          <ac:spMkLst>
            <pc:docMk/>
            <pc:sldMk cId="2513673685" sldId="263"/>
            <ac:spMk id="11" creationId="{16062757-96F3-E2EC-4DC9-EEE4501912F3}"/>
          </ac:spMkLst>
        </pc:spChg>
      </pc:sldChg>
      <pc:sldChg chg="add del replId">
        <pc:chgData name="JEAN-BAPTISTE Lyvens-Wayne" userId="S::lyvens-wayne.jean-baptiste@stcharles-stecroix.org::c743c65c-aa96-4881-9b89-53d2b8ebc502" providerId="AD" clId="Web-{2623EA98-3E8C-2F1B-8442-5AFF1964C188}" dt="2024-12-03T13:01:52.872" v="1019"/>
        <pc:sldMkLst>
          <pc:docMk/>
          <pc:sldMk cId="3605843667" sldId="263"/>
        </pc:sldMkLst>
      </pc:sldChg>
      <pc:sldChg chg="new del">
        <pc:chgData name="JEAN-BAPTISTE Lyvens-Wayne" userId="S::lyvens-wayne.jean-baptiste@stcharles-stecroix.org::c743c65c-aa96-4881-9b89-53d2b8ebc502" providerId="AD" clId="Web-{2623EA98-3E8C-2F1B-8442-5AFF1964C188}" dt="2024-12-03T13:03:36.547" v="1044"/>
        <pc:sldMkLst>
          <pc:docMk/>
          <pc:sldMk cId="2871775154" sldId="264"/>
        </pc:sldMkLst>
      </pc:sldChg>
      <pc:sldChg chg="modSp add ord replId">
        <pc:chgData name="JEAN-BAPTISTE Lyvens-Wayne" userId="S::lyvens-wayne.jean-baptiste@stcharles-stecroix.org::c743c65c-aa96-4881-9b89-53d2b8ebc502" providerId="AD" clId="Web-{2623EA98-3E8C-2F1B-8442-5AFF1964C188}" dt="2024-12-03T13:07:49.119" v="1102"/>
        <pc:sldMkLst>
          <pc:docMk/>
          <pc:sldMk cId="2981195467" sldId="264"/>
        </pc:sldMkLst>
        <pc:spChg chg="mod">
          <ac:chgData name="JEAN-BAPTISTE Lyvens-Wayne" userId="S::lyvens-wayne.jean-baptiste@stcharles-stecroix.org::c743c65c-aa96-4881-9b89-53d2b8ebc502" providerId="AD" clId="Web-{2623EA98-3E8C-2F1B-8442-5AFF1964C188}" dt="2024-12-03T13:05:27.942" v="1054" actId="20577"/>
          <ac:spMkLst>
            <pc:docMk/>
            <pc:sldMk cId="2981195467" sldId="264"/>
            <ac:spMk id="3" creationId="{AA107402-0459-DAB4-7691-E0861F2C26D5}"/>
          </ac:spMkLst>
        </pc:spChg>
        <pc:spChg chg="mod">
          <ac:chgData name="JEAN-BAPTISTE Lyvens-Wayne" userId="S::lyvens-wayne.jean-baptiste@stcharles-stecroix.org::c743c65c-aa96-4881-9b89-53d2b8ebc502" providerId="AD" clId="Web-{2623EA98-3E8C-2F1B-8442-5AFF1964C188}" dt="2024-12-03T13:05:40.333" v="1058" actId="20577"/>
          <ac:spMkLst>
            <pc:docMk/>
            <pc:sldMk cId="2981195467" sldId="264"/>
            <ac:spMk id="8" creationId="{E0A8E847-AC6A-0DDA-6E18-5CFF11001218}"/>
          </ac:spMkLst>
        </pc:spChg>
        <pc:graphicFrameChg chg="mod modGraphic">
          <ac:chgData name="JEAN-BAPTISTE Lyvens-Wayne" userId="S::lyvens-wayne.jean-baptiste@stcharles-stecroix.org::c743c65c-aa96-4881-9b89-53d2b8ebc502" providerId="AD" clId="Web-{2623EA98-3E8C-2F1B-8442-5AFF1964C188}" dt="2024-12-03T13:07:49.119" v="1102"/>
          <ac:graphicFrameMkLst>
            <pc:docMk/>
            <pc:sldMk cId="2981195467" sldId="264"/>
            <ac:graphicFrameMk id="7" creationId="{4B341446-C677-57ED-E51F-99995F1F746A}"/>
          </ac:graphicFrameMkLst>
        </pc:graphicFrameChg>
      </pc:sldChg>
      <pc:sldChg chg="addSp delSp modSp add replId">
        <pc:chgData name="JEAN-BAPTISTE Lyvens-Wayne" userId="S::lyvens-wayne.jean-baptiste@stcharles-stecroix.org::c743c65c-aa96-4881-9b89-53d2b8ebc502" providerId="AD" clId="Web-{2623EA98-3E8C-2F1B-8442-5AFF1964C188}" dt="2024-12-03T13:12:57.223" v="1182" actId="20577"/>
        <pc:sldMkLst>
          <pc:docMk/>
          <pc:sldMk cId="1460586909" sldId="265"/>
        </pc:sldMkLst>
        <pc:spChg chg="mod">
          <ac:chgData name="JEAN-BAPTISTE Lyvens-Wayne" userId="S::lyvens-wayne.jean-baptiste@stcharles-stecroix.org::c743c65c-aa96-4881-9b89-53d2b8ebc502" providerId="AD" clId="Web-{2623EA98-3E8C-2F1B-8442-5AFF1964C188}" dt="2024-12-03T13:10:17.827" v="1129" actId="20577"/>
          <ac:spMkLst>
            <pc:docMk/>
            <pc:sldMk cId="1460586909" sldId="265"/>
            <ac:spMk id="2" creationId="{F75B7BB7-28B3-8748-33DE-A5AB4C08D2A9}"/>
          </ac:spMkLst>
        </pc:spChg>
        <pc:spChg chg="mod">
          <ac:chgData name="JEAN-BAPTISTE Lyvens-Wayne" userId="S::lyvens-wayne.jean-baptiste@stcharles-stecroix.org::c743c65c-aa96-4881-9b89-53d2b8ebc502" providerId="AD" clId="Web-{2623EA98-3E8C-2F1B-8442-5AFF1964C188}" dt="2024-12-03T13:08:34.620" v="1110" actId="20577"/>
          <ac:spMkLst>
            <pc:docMk/>
            <pc:sldMk cId="1460586909" sldId="265"/>
            <ac:spMk id="3" creationId="{AA107402-0459-DAB4-7691-E0861F2C26D5}"/>
          </ac:spMkLst>
        </pc:spChg>
        <pc:spChg chg="add mod">
          <ac:chgData name="JEAN-BAPTISTE Lyvens-Wayne" userId="S::lyvens-wayne.jean-baptiste@stcharles-stecroix.org::c743c65c-aa96-4881-9b89-53d2b8ebc502" providerId="AD" clId="Web-{2623EA98-3E8C-2F1B-8442-5AFF1964C188}" dt="2024-12-03T13:11:03.329" v="1145" actId="14100"/>
          <ac:spMkLst>
            <pc:docMk/>
            <pc:sldMk cId="1460586909" sldId="265"/>
            <ac:spMk id="6" creationId="{3273CBA0-DEBA-0EC5-DD45-CCF5A2BA43CD}"/>
          </ac:spMkLst>
        </pc:spChg>
        <pc:spChg chg="add mod">
          <ac:chgData name="JEAN-BAPTISTE Lyvens-Wayne" userId="S::lyvens-wayne.jean-baptiste@stcharles-stecroix.org::c743c65c-aa96-4881-9b89-53d2b8ebc502" providerId="AD" clId="Web-{2623EA98-3E8C-2F1B-8442-5AFF1964C188}" dt="2024-12-03T13:10:57.891" v="1144" actId="14100"/>
          <ac:spMkLst>
            <pc:docMk/>
            <pc:sldMk cId="1460586909" sldId="265"/>
            <ac:spMk id="7" creationId="{9742439A-E975-005E-44DF-A2D928C48EDF}"/>
          </ac:spMkLst>
        </pc:spChg>
        <pc:spChg chg="mod">
          <ac:chgData name="JEAN-BAPTISTE Lyvens-Wayne" userId="S::lyvens-wayne.jean-baptiste@stcharles-stecroix.org::c743c65c-aa96-4881-9b89-53d2b8ebc502" providerId="AD" clId="Web-{2623EA98-3E8C-2F1B-8442-5AFF1964C188}" dt="2024-12-03T13:12:57.223" v="1182" actId="20577"/>
          <ac:spMkLst>
            <pc:docMk/>
            <pc:sldMk cId="1460586909" sldId="265"/>
            <ac:spMk id="8" creationId="{E0A8E847-AC6A-0DDA-6E18-5CFF11001218}"/>
          </ac:spMkLst>
        </pc:spChg>
        <pc:spChg chg="add del mod">
          <ac:chgData name="JEAN-BAPTISTE Lyvens-Wayne" userId="S::lyvens-wayne.jean-baptiste@stcharles-stecroix.org::c743c65c-aa96-4881-9b89-53d2b8ebc502" providerId="AD" clId="Web-{2623EA98-3E8C-2F1B-8442-5AFF1964C188}" dt="2024-12-03T13:10:24.437" v="1133" actId="20577"/>
          <ac:spMkLst>
            <pc:docMk/>
            <pc:sldMk cId="1460586909" sldId="265"/>
            <ac:spMk id="11" creationId="{16062757-96F3-E2EC-4DC9-EEE4501912F3}"/>
          </ac:spMkLst>
        </pc:spChg>
      </pc:sldChg>
      <pc:sldChg chg="add del replId">
        <pc:chgData name="JEAN-BAPTISTE Lyvens-Wayne" userId="S::lyvens-wayne.jean-baptiste@stcharles-stecroix.org::c743c65c-aa96-4881-9b89-53d2b8ebc502" providerId="AD" clId="Web-{2623EA98-3E8C-2F1B-8442-5AFF1964C188}" dt="2024-12-03T13:09:20.716" v="1121"/>
        <pc:sldMkLst>
          <pc:docMk/>
          <pc:sldMk cId="13512924" sldId="266"/>
        </pc:sldMkLst>
      </pc:sldChg>
      <pc:sldChg chg="add del replId">
        <pc:chgData name="JEAN-BAPTISTE Lyvens-Wayne" userId="S::lyvens-wayne.jean-baptiste@stcharles-stecroix.org::c743c65c-aa96-4881-9b89-53d2b8ebc502" providerId="AD" clId="Web-{2623EA98-3E8C-2F1B-8442-5AFF1964C188}" dt="2024-12-03T13:09:11.418" v="1119"/>
        <pc:sldMkLst>
          <pc:docMk/>
          <pc:sldMk cId="780099519" sldId="266"/>
        </pc:sldMkLst>
      </pc:sldChg>
      <pc:sldChg chg="add del replId">
        <pc:chgData name="JEAN-BAPTISTE Lyvens-Wayne" userId="S::lyvens-wayne.jean-baptiste@stcharles-stecroix.org::c743c65c-aa96-4881-9b89-53d2b8ebc502" providerId="AD" clId="Web-{2623EA98-3E8C-2F1B-8442-5AFF1964C188}" dt="2024-12-03T13:09:07.450" v="1118"/>
        <pc:sldMkLst>
          <pc:docMk/>
          <pc:sldMk cId="2391469512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983F77-3DAF-12D3-A024-183A37CDB2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B8F1DEF-BE94-6AED-0DE9-77A3FDF29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05AC2C-12B8-0175-EBED-F70238947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CF7EF-1CD2-5043-9A7F-CF27878ADA85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6ED56B-D69B-DE41-68DA-E29CD1341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7A03C4-E68A-7236-20A9-BB3B400B7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EB6A-5FAC-FC45-9636-ED3BDF18FE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2376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1CABBB-0A5F-FFFC-6D76-D3A2F839C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88FB0D-3CC3-8167-0635-C901D02B1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74E5A2-6C2E-6439-30E6-B8D8E85C0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CF7EF-1CD2-5043-9A7F-CF27878ADA85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46267-F84C-F80A-BA3B-C4F3BB6F0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7DD16C-A96F-69D7-61A5-A1270EA19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EB6A-5FAC-FC45-9636-ED3BDF18FE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7083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4C6B8B-9992-13F7-0177-66DD9C643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72DB7D0-CEBB-B91A-5408-9ECA525FA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A35025-8C08-EFED-A0DA-22D4D4B72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CF7EF-1CD2-5043-9A7F-CF27878ADA85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B9762F-6937-C52F-9C97-9D6D2A793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174040-C9BF-62C8-F0D5-298DE520B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EB6A-5FAC-FC45-9636-ED3BDF18FE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1745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FAC4A7-E24C-0007-30AC-813CF08EC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EC2540-A466-1758-C6B9-BDEB9CEADA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2D6B617-53D0-A388-6873-230E97202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1A3FF56-A108-8817-FC4B-461B1D2CC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CF7EF-1CD2-5043-9A7F-CF27878ADA85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871C03-9992-98B6-F8A0-DE42CF7B6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BCF9208-BE67-1899-AE3A-BD1002975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EB6A-5FAC-FC45-9636-ED3BDF18FE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4873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9E9060-9BEE-8BA4-593F-024710FC0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387B278-AE25-7292-AC7E-24F4ABA66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8D4A522-71B0-067F-F124-66B44BA64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7DACA7E-0D4F-33DA-D317-6DF3CDEB44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39A4651-945C-61D7-6B9F-777FB5936C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DEADBE9-5925-26A3-290C-8EED770F6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CF7EF-1CD2-5043-9A7F-CF27878ADA85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C9EE2A5-56A6-F1CA-275C-7AEF3E22C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CFBB6D8-D795-FBCE-3464-DDF4F79D0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EB6A-5FAC-FC45-9636-ED3BDF18FE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0558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2A634E-2839-9779-7951-97C552CD7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FD37B26-C812-3C63-2540-7C61BDF81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CF7EF-1CD2-5043-9A7F-CF27878ADA85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9B3B7F0-F663-6E45-28FD-799A737A9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C5FA911-861C-FF83-4B25-F049D2E92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EB6A-5FAC-FC45-9636-ED3BDF18FE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2553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A615930-EE0C-544C-9B24-BA610CAE4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CF7EF-1CD2-5043-9A7F-CF27878ADA85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B305A25-F9DD-4847-4B3C-6E14F318D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870D19-4D28-E9C5-6718-E17919B42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EB6A-5FAC-FC45-9636-ED3BDF18FE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597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02FB26-8272-622D-E40C-1A600F64C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F28A58-AA2D-B49B-4C46-4BED9F50E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475120F-9BC2-EEB6-F877-7876B124BA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82AE4D9-85CB-C57E-D438-9F448826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CF7EF-1CD2-5043-9A7F-CF27878ADA85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D7C0A69-8916-075B-A5FC-8FD6CD965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57D5215-C50D-E40A-4963-E88E1B4F5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EB6A-5FAC-FC45-9636-ED3BDF18FE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1762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B38537-D810-1DF8-E5D8-28ADB7B73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B9AAAE4-938B-6C7D-81B5-057735CE3B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C75E878-89ED-A4A4-0B42-B64BE67B5E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5C34942-D207-7959-17E5-10EA15C39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CF7EF-1CD2-5043-9A7F-CF27878ADA85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1D4538B-2EC0-F35B-2C5C-E028B6922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931D671-0993-96D2-DD30-3A0B816D2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EB6A-5FAC-FC45-9636-ED3BDF18FE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832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FBEB5D-E242-04E5-CAE3-471CD463E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1FA362C-0197-99CC-1371-6C2325A1C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1C6A356-FE1C-3E80-050A-603BC5AD8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CF7EF-1CD2-5043-9A7F-CF27878ADA85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1A055E-1ADE-D1F5-22E5-4FAED1510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122D84-BD71-CAD4-6510-156D46A8E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EB6A-5FAC-FC45-9636-ED3BDF18FE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3712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E9049C2-78AF-789B-57B2-8CCD99A02E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5DE7D06-E496-5489-4F2E-EF6023B430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EB4165-A657-56E7-428C-AAB661932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CF7EF-1CD2-5043-9A7F-CF27878ADA85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0A61F7-ACC0-1B71-414A-999D68545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0584A6-5E17-5653-7C81-D254AA36B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EB6A-5FAC-FC45-9636-ED3BDF18FE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630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4F0F720-AE87-6913-B9E1-909B17ED5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029A6DA-E7BF-CBC7-FD6D-E3C995697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40942D3-67BE-8D06-7915-141C666F45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CF7EF-1CD2-5043-9A7F-CF27878ADA85}" type="datetimeFigureOut">
              <a:rPr lang="fr-FR" smtClean="0"/>
              <a:t>10/12/2024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E4CA876-092C-CB15-A22A-3250AE847C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5B6CAAF-8977-3745-B9CA-AFE6913EBA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5EB6A-5FAC-FC45-9636-ED3BDF18FE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8846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28354AE-CB7D-2B23-40E8-FD52F29CFC96}"/>
              </a:ext>
            </a:extLst>
          </p:cNvPr>
          <p:cNvSpPr/>
          <p:nvPr/>
        </p:nvSpPr>
        <p:spPr>
          <a:xfrm>
            <a:off x="2667000" y="0"/>
            <a:ext cx="6858000" cy="685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48BC5E6F-2D89-9624-4338-FB3E3B55D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043429"/>
              </p:ext>
            </p:extLst>
          </p:nvPr>
        </p:nvGraphicFramePr>
        <p:xfrm>
          <a:off x="2666998" y="0"/>
          <a:ext cx="6858000" cy="655484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54620017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43080745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4530994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59413774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50557195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507225117"/>
                    </a:ext>
                  </a:extLst>
                </a:gridCol>
              </a:tblGrid>
              <a:tr h="65548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/>
                        <a:t>Archive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Crée une annonce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/>
                        <a:t>ScissBidul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39696"/>
                  </a:ext>
                </a:extLst>
              </a:tr>
            </a:tbl>
          </a:graphicData>
        </a:graphic>
      </p:graphicFrame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7C389C9E-24F7-98C2-49F8-FDE21623C070}"/>
              </a:ext>
            </a:extLst>
          </p:cNvPr>
          <p:cNvSpPr/>
          <p:nvPr/>
        </p:nvSpPr>
        <p:spPr>
          <a:xfrm>
            <a:off x="5074526" y="3235214"/>
            <a:ext cx="2613316" cy="1965636"/>
          </a:xfrm>
          <a:prstGeom prst="roundRect">
            <a:avLst>
              <a:gd name="adj" fmla="val 15656"/>
            </a:avLst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solidFill>
                  <a:schemeClr val="tx1"/>
                </a:solidFill>
                <a:ea typeface="Calibri"/>
                <a:cs typeface="Calibri"/>
              </a:rPr>
              <a:t>Spectacle mis en avant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E0A8E847-AC6A-0DDA-6E18-5CFF11001218}"/>
              </a:ext>
            </a:extLst>
          </p:cNvPr>
          <p:cNvSpPr/>
          <p:nvPr/>
        </p:nvSpPr>
        <p:spPr>
          <a:xfrm>
            <a:off x="2921152" y="1030996"/>
            <a:ext cx="2570183" cy="1980013"/>
          </a:xfrm>
          <a:prstGeom prst="roundRect">
            <a:avLst>
              <a:gd name="adj" fmla="val 15656"/>
            </a:avLst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Spectacle mis en avant</a:t>
            </a:r>
            <a:endParaRPr lang="fr-FR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115102-9498-BD5B-B250-E61884124F5E}"/>
              </a:ext>
            </a:extLst>
          </p:cNvPr>
          <p:cNvSpPr/>
          <p:nvPr/>
        </p:nvSpPr>
        <p:spPr>
          <a:xfrm>
            <a:off x="2659130" y="5616769"/>
            <a:ext cx="6888113" cy="1239022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Sponsor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FE8F55C1-4B9D-88C6-5DD5-02796D33B40E}"/>
              </a:ext>
            </a:extLst>
          </p:cNvPr>
          <p:cNvSpPr/>
          <p:nvPr/>
        </p:nvSpPr>
        <p:spPr>
          <a:xfrm>
            <a:off x="2921422" y="3232932"/>
            <a:ext cx="1982101" cy="1968852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Photo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737C027C-2A3C-B7A2-CCE8-D9D000254489}"/>
              </a:ext>
            </a:extLst>
          </p:cNvPr>
          <p:cNvSpPr/>
          <p:nvPr/>
        </p:nvSpPr>
        <p:spPr>
          <a:xfrm>
            <a:off x="5710629" y="1033196"/>
            <a:ext cx="1982101" cy="1968852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Photo</a:t>
            </a: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89D98210-603B-7632-CB8D-654747DD6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218023"/>
              </p:ext>
            </p:extLst>
          </p:nvPr>
        </p:nvGraphicFramePr>
        <p:xfrm>
          <a:off x="8080075" y="661358"/>
          <a:ext cx="1445068" cy="4939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5068">
                  <a:extLst>
                    <a:ext uri="{9D8B030D-6E8A-4147-A177-3AD203B41FA5}">
                      <a16:colId xmlns:a16="http://schemas.microsoft.com/office/drawing/2014/main" val="3727626031"/>
                    </a:ext>
                  </a:extLst>
                </a:gridCol>
              </a:tblGrid>
              <a:tr h="123487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/>
                        <a:t>Archive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997704"/>
                  </a:ext>
                </a:extLst>
              </a:tr>
              <a:tr h="1234874">
                <a:tc>
                  <a:txBody>
                    <a:bodyPr/>
                    <a:lstStyle/>
                    <a:p>
                      <a:r>
                        <a:rPr lang="fr-FR">
                          <a:solidFill>
                            <a:schemeClr val="bg1"/>
                          </a:solidFill>
                        </a:rPr>
                        <a:t>Tous les spectacles du mois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463529"/>
                  </a:ext>
                </a:extLst>
              </a:tr>
              <a:tr h="1234874">
                <a:tc>
                  <a:txBody>
                    <a:bodyPr/>
                    <a:lstStyle/>
                    <a:p>
                      <a:r>
                        <a:rPr lang="fr-FR">
                          <a:solidFill>
                            <a:schemeClr val="bg1"/>
                          </a:solidFill>
                        </a:rPr>
                        <a:t>Vos avis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590322"/>
                  </a:ext>
                </a:extLst>
              </a:tr>
              <a:tr h="123487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>
                          <a:solidFill>
                            <a:schemeClr val="bg1"/>
                          </a:solidFill>
                        </a:rPr>
                        <a:t>Sponsors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73656"/>
                  </a:ext>
                </a:extLst>
              </a:tr>
            </a:tbl>
          </a:graphicData>
        </a:graphic>
      </p:graphicFrame>
      <p:sp>
        <p:nvSpPr>
          <p:cNvPr id="11" name="ZoneTexte 10">
            <a:extLst>
              <a:ext uri="{FF2B5EF4-FFF2-40B4-BE49-F238E27FC236}">
                <a16:creationId xmlns:a16="http://schemas.microsoft.com/office/drawing/2014/main" id="{C7CC729B-8B4F-0571-FA9D-525DB2FBD7A9}"/>
              </a:ext>
            </a:extLst>
          </p:cNvPr>
          <p:cNvSpPr txBox="1"/>
          <p:nvPr/>
        </p:nvSpPr>
        <p:spPr>
          <a:xfrm>
            <a:off x="149411" y="986117"/>
            <a:ext cx="2032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>
                <a:ea typeface="Calibri"/>
                <a:cs typeface="Calibri"/>
              </a:rPr>
              <a:t>Accueil</a:t>
            </a:r>
          </a:p>
        </p:txBody>
      </p:sp>
    </p:spTree>
    <p:extLst>
      <p:ext uri="{BB962C8B-B14F-4D97-AF65-F5344CB8AC3E}">
        <p14:creationId xmlns:p14="http://schemas.microsoft.com/office/powerpoint/2010/main" val="2400304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28354AE-CB7D-2B23-40E8-FD52F29CFC96}"/>
              </a:ext>
            </a:extLst>
          </p:cNvPr>
          <p:cNvSpPr/>
          <p:nvPr/>
        </p:nvSpPr>
        <p:spPr>
          <a:xfrm>
            <a:off x="2667000" y="0"/>
            <a:ext cx="6858000" cy="685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48BC5E6F-2D89-9624-4338-FB3E3B55D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33322"/>
              </p:ext>
            </p:extLst>
          </p:nvPr>
        </p:nvGraphicFramePr>
        <p:xfrm>
          <a:off x="2666998" y="0"/>
          <a:ext cx="6858000" cy="655484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54620017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43080745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4530994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59413774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50557195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507225117"/>
                    </a:ext>
                  </a:extLst>
                </a:gridCol>
              </a:tblGrid>
              <a:tr h="65548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/>
                        <a:t>Archive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Crée une annonce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1" i="0" u="none" strike="noStrike" noProof="0" err="1">
                          <a:solidFill>
                            <a:srgbClr val="FFFFFF"/>
                          </a:solidFill>
                          <a:latin typeface="Calibri"/>
                        </a:rPr>
                        <a:t>ScissBidul</a:t>
                      </a:r>
                      <a:endParaRPr lang="fr-FR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39696"/>
                  </a:ext>
                </a:extLst>
              </a:tr>
            </a:tbl>
          </a:graphicData>
        </a:graphic>
      </p:graphicFrame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E0A8E847-AC6A-0DDA-6E18-5CFF11001218}"/>
              </a:ext>
            </a:extLst>
          </p:cNvPr>
          <p:cNvSpPr/>
          <p:nvPr/>
        </p:nvSpPr>
        <p:spPr>
          <a:xfrm>
            <a:off x="2921152" y="1030996"/>
            <a:ext cx="4769918" cy="1980013"/>
          </a:xfrm>
          <a:prstGeom prst="roundRect">
            <a:avLst>
              <a:gd name="adj" fmla="val 15656"/>
            </a:avLst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Spectacle n°1                              </a:t>
            </a:r>
            <a:endParaRPr lang="fr-FR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115102-9498-BD5B-B250-E61884124F5E}"/>
              </a:ext>
            </a:extLst>
          </p:cNvPr>
          <p:cNvSpPr/>
          <p:nvPr/>
        </p:nvSpPr>
        <p:spPr>
          <a:xfrm>
            <a:off x="2659130" y="5616769"/>
            <a:ext cx="6888113" cy="1239022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Sponsor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737C027C-2A3C-B7A2-CCE8-D9D000254489}"/>
              </a:ext>
            </a:extLst>
          </p:cNvPr>
          <p:cNvSpPr/>
          <p:nvPr/>
        </p:nvSpPr>
        <p:spPr>
          <a:xfrm>
            <a:off x="5825648" y="1033196"/>
            <a:ext cx="1982101" cy="1968852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Photo</a:t>
            </a: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89D98210-603B-7632-CB8D-654747DD6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148844"/>
              </p:ext>
            </p:extLst>
          </p:nvPr>
        </p:nvGraphicFramePr>
        <p:xfrm>
          <a:off x="8080075" y="661358"/>
          <a:ext cx="1445068" cy="496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5068">
                  <a:extLst>
                    <a:ext uri="{9D8B030D-6E8A-4147-A177-3AD203B41FA5}">
                      <a16:colId xmlns:a16="http://schemas.microsoft.com/office/drawing/2014/main" val="3727626031"/>
                    </a:ext>
                  </a:extLst>
                </a:gridCol>
              </a:tblGrid>
              <a:tr h="1240090">
                <a:tc>
                  <a:txBody>
                    <a:bodyPr/>
                    <a:lstStyle/>
                    <a:p>
                      <a:r>
                        <a:rPr lang="fr-FR"/>
                        <a:t>Archive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997704"/>
                  </a:ext>
                </a:extLst>
              </a:tr>
              <a:tr h="1240090">
                <a:tc>
                  <a:txBody>
                    <a:bodyPr/>
                    <a:lstStyle/>
                    <a:p>
                      <a:r>
                        <a:rPr lang="fr-FR">
                          <a:solidFill>
                            <a:schemeClr val="bg1"/>
                          </a:solidFill>
                        </a:rPr>
                        <a:t>Tous les spectacles du mois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463529"/>
                  </a:ext>
                </a:extLst>
              </a:tr>
              <a:tr h="1240090">
                <a:tc>
                  <a:txBody>
                    <a:bodyPr/>
                    <a:lstStyle/>
                    <a:p>
                      <a:r>
                        <a:rPr lang="fr-FR">
                          <a:solidFill>
                            <a:schemeClr val="bg1"/>
                          </a:solidFill>
                        </a:rPr>
                        <a:t>Vos avis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590322"/>
                  </a:ext>
                </a:extLst>
              </a:tr>
              <a:tr h="124009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>
                          <a:solidFill>
                            <a:schemeClr val="bg1"/>
                          </a:solidFill>
                        </a:rPr>
                        <a:t>Sponsors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73656"/>
                  </a:ext>
                </a:extLst>
              </a:tr>
            </a:tbl>
          </a:graphicData>
        </a:graphic>
      </p:graphicFrame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F75B7BB7-28B3-8748-33DE-A5AB4C08D2A9}"/>
              </a:ext>
            </a:extLst>
          </p:cNvPr>
          <p:cNvSpPr/>
          <p:nvPr/>
        </p:nvSpPr>
        <p:spPr>
          <a:xfrm>
            <a:off x="2935529" y="3216354"/>
            <a:ext cx="4769918" cy="1980013"/>
          </a:xfrm>
          <a:prstGeom prst="roundRect">
            <a:avLst>
              <a:gd name="adj" fmla="val 15656"/>
            </a:avLst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Spectacle n°2                              </a:t>
            </a:r>
            <a:endParaRPr lang="fr-FR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16062757-96F3-E2EC-4DC9-EEE4501912F3}"/>
              </a:ext>
            </a:extLst>
          </p:cNvPr>
          <p:cNvSpPr/>
          <p:nvPr/>
        </p:nvSpPr>
        <p:spPr>
          <a:xfrm>
            <a:off x="5840025" y="3218554"/>
            <a:ext cx="1982101" cy="1968852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Photo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55AAC97-6E0F-DDC6-F249-561F2E7E916A}"/>
              </a:ext>
            </a:extLst>
          </p:cNvPr>
          <p:cNvSpPr txBox="1"/>
          <p:nvPr/>
        </p:nvSpPr>
        <p:spPr>
          <a:xfrm>
            <a:off x="283882" y="1030376"/>
            <a:ext cx="208669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ea typeface="Calibri"/>
                <a:cs typeface="Calibri"/>
              </a:rPr>
              <a:t>Page Spectacle du Mois</a:t>
            </a:r>
          </a:p>
        </p:txBody>
      </p:sp>
    </p:spTree>
    <p:extLst>
      <p:ext uri="{BB962C8B-B14F-4D97-AF65-F5344CB8AC3E}">
        <p14:creationId xmlns:p14="http://schemas.microsoft.com/office/powerpoint/2010/main" val="1344416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28354AE-CB7D-2B23-40E8-FD52F29CFC96}"/>
              </a:ext>
            </a:extLst>
          </p:cNvPr>
          <p:cNvSpPr/>
          <p:nvPr/>
        </p:nvSpPr>
        <p:spPr>
          <a:xfrm>
            <a:off x="2667000" y="0"/>
            <a:ext cx="6858000" cy="685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48BC5E6F-2D89-9624-4338-FB3E3B55D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898931"/>
              </p:ext>
            </p:extLst>
          </p:nvPr>
        </p:nvGraphicFramePr>
        <p:xfrm>
          <a:off x="2666998" y="0"/>
          <a:ext cx="6858000" cy="655484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54620017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43080745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4530994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59413774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50557195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507225117"/>
                    </a:ext>
                  </a:extLst>
                </a:gridCol>
              </a:tblGrid>
              <a:tr h="65548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/>
                        <a:t>Archive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Crée une annonce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1" i="0" u="none" strike="noStrike" noProof="0" err="1">
                          <a:solidFill>
                            <a:srgbClr val="FFFFFF"/>
                          </a:solidFill>
                          <a:latin typeface="Calibri"/>
                        </a:rPr>
                        <a:t>ScissBidul</a:t>
                      </a:r>
                      <a:endParaRPr lang="fr-FR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39696"/>
                  </a:ext>
                </a:extLst>
              </a:tr>
            </a:tbl>
          </a:graphicData>
        </a:graphic>
      </p:graphicFrame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E0A8E847-AC6A-0DDA-6E18-5CFF11001218}"/>
              </a:ext>
            </a:extLst>
          </p:cNvPr>
          <p:cNvSpPr/>
          <p:nvPr/>
        </p:nvSpPr>
        <p:spPr>
          <a:xfrm>
            <a:off x="2935529" y="1030996"/>
            <a:ext cx="1578145" cy="700429"/>
          </a:xfrm>
          <a:prstGeom prst="roundRect">
            <a:avLst>
              <a:gd name="adj" fmla="val 15656"/>
            </a:avLst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Spectacle n°1                              </a:t>
            </a:r>
            <a:endParaRPr lang="fr-FR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115102-9498-BD5B-B250-E61884124F5E}"/>
              </a:ext>
            </a:extLst>
          </p:cNvPr>
          <p:cNvSpPr/>
          <p:nvPr/>
        </p:nvSpPr>
        <p:spPr>
          <a:xfrm>
            <a:off x="2659130" y="5616769"/>
            <a:ext cx="6888113" cy="1239022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Sponsor</a:t>
            </a: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89D98210-603B-7632-CB8D-654747DD6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292170"/>
              </p:ext>
            </p:extLst>
          </p:nvPr>
        </p:nvGraphicFramePr>
        <p:xfrm>
          <a:off x="8080075" y="661358"/>
          <a:ext cx="1445068" cy="496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5068">
                  <a:extLst>
                    <a:ext uri="{9D8B030D-6E8A-4147-A177-3AD203B41FA5}">
                      <a16:colId xmlns:a16="http://schemas.microsoft.com/office/drawing/2014/main" val="3727626031"/>
                    </a:ext>
                  </a:extLst>
                </a:gridCol>
              </a:tblGrid>
              <a:tr h="1240090">
                <a:tc>
                  <a:txBody>
                    <a:bodyPr/>
                    <a:lstStyle/>
                    <a:p>
                      <a:r>
                        <a:rPr lang="fr-FR"/>
                        <a:t>Archive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997704"/>
                  </a:ext>
                </a:extLst>
              </a:tr>
              <a:tr h="1240090">
                <a:tc>
                  <a:txBody>
                    <a:bodyPr/>
                    <a:lstStyle/>
                    <a:p>
                      <a:r>
                        <a:rPr lang="fr-FR">
                          <a:solidFill>
                            <a:schemeClr val="bg1"/>
                          </a:solidFill>
                        </a:rPr>
                        <a:t>Tous les spectacles du mois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463529"/>
                  </a:ext>
                </a:extLst>
              </a:tr>
              <a:tr h="1240090">
                <a:tc>
                  <a:txBody>
                    <a:bodyPr/>
                    <a:lstStyle/>
                    <a:p>
                      <a:r>
                        <a:rPr lang="fr-FR">
                          <a:solidFill>
                            <a:schemeClr val="bg1"/>
                          </a:solidFill>
                        </a:rPr>
                        <a:t>Vos avis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590322"/>
                  </a:ext>
                </a:extLst>
              </a:tr>
              <a:tr h="124009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>
                          <a:solidFill>
                            <a:schemeClr val="bg1"/>
                          </a:solidFill>
                        </a:rPr>
                        <a:t>Sponsors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73656"/>
                  </a:ext>
                </a:extLst>
              </a:tr>
            </a:tbl>
          </a:graphicData>
        </a:graphic>
      </p:graphicFrame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F75B7BB7-28B3-8748-33DE-A5AB4C08D2A9}"/>
              </a:ext>
            </a:extLst>
          </p:cNvPr>
          <p:cNvSpPr/>
          <p:nvPr/>
        </p:nvSpPr>
        <p:spPr>
          <a:xfrm>
            <a:off x="2935529" y="2008656"/>
            <a:ext cx="4769918" cy="3187711"/>
          </a:xfrm>
          <a:prstGeom prst="roundRect">
            <a:avLst>
              <a:gd name="adj" fmla="val 15656"/>
            </a:avLst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solidFill>
                  <a:schemeClr val="tx1"/>
                </a:solidFill>
                <a:ea typeface="Calibri"/>
                <a:cs typeface="Calibri"/>
              </a:rPr>
              <a:t>Info sur le spectacle                             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16062757-96F3-E2EC-4DC9-EEE4501912F3}"/>
              </a:ext>
            </a:extLst>
          </p:cNvPr>
          <p:cNvSpPr/>
          <p:nvPr/>
        </p:nvSpPr>
        <p:spPr>
          <a:xfrm>
            <a:off x="5725006" y="2010856"/>
            <a:ext cx="1982101" cy="1968852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Photo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A107402-0459-DAB4-7691-E0861F2C26D5}"/>
              </a:ext>
            </a:extLst>
          </p:cNvPr>
          <p:cNvSpPr txBox="1"/>
          <p:nvPr/>
        </p:nvSpPr>
        <p:spPr>
          <a:xfrm>
            <a:off x="657411" y="2300941"/>
            <a:ext cx="161364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ea typeface="Calibri"/>
                <a:cs typeface="Calibri"/>
              </a:rPr>
              <a:t>Page chronique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1779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28354AE-CB7D-2B23-40E8-FD52F29CFC96}"/>
              </a:ext>
            </a:extLst>
          </p:cNvPr>
          <p:cNvSpPr/>
          <p:nvPr/>
        </p:nvSpPr>
        <p:spPr>
          <a:xfrm>
            <a:off x="2667000" y="0"/>
            <a:ext cx="6858000" cy="685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48BC5E6F-2D89-9624-4338-FB3E3B55D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825783"/>
              </p:ext>
            </p:extLst>
          </p:nvPr>
        </p:nvGraphicFramePr>
        <p:xfrm>
          <a:off x="2666998" y="0"/>
          <a:ext cx="6858000" cy="655484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54620017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43080745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4530994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59413774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50557195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507225117"/>
                    </a:ext>
                  </a:extLst>
                </a:gridCol>
              </a:tblGrid>
              <a:tr h="65548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/>
                        <a:t>Archive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Crée une annonce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1" i="0" u="none" strike="noStrike" noProof="0">
                          <a:solidFill>
                            <a:srgbClr val="FFFFFF"/>
                          </a:solidFill>
                          <a:latin typeface="Calibri"/>
                        </a:rPr>
                        <a:t>ScissBidul</a:t>
                      </a:r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39696"/>
                  </a:ext>
                </a:extLst>
              </a:tr>
            </a:tbl>
          </a:graphicData>
        </a:graphic>
      </p:graphicFrame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E0A8E847-AC6A-0DDA-6E18-5CFF11001218}"/>
              </a:ext>
            </a:extLst>
          </p:cNvPr>
          <p:cNvSpPr/>
          <p:nvPr/>
        </p:nvSpPr>
        <p:spPr>
          <a:xfrm>
            <a:off x="2935529" y="1030996"/>
            <a:ext cx="4870560" cy="700429"/>
          </a:xfrm>
          <a:prstGeom prst="roundRect">
            <a:avLst>
              <a:gd name="adj" fmla="val 15656"/>
            </a:avLst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Spectacle octobre</a:t>
            </a:r>
            <a:endParaRPr lang="fr-FR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115102-9498-BD5B-B250-E61884124F5E}"/>
              </a:ext>
            </a:extLst>
          </p:cNvPr>
          <p:cNvSpPr/>
          <p:nvPr/>
        </p:nvSpPr>
        <p:spPr>
          <a:xfrm>
            <a:off x="2659130" y="5616769"/>
            <a:ext cx="6888113" cy="1239022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Sponsor</a:t>
            </a: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89D98210-603B-7632-CB8D-654747DD6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38322"/>
              </p:ext>
            </p:extLst>
          </p:nvPr>
        </p:nvGraphicFramePr>
        <p:xfrm>
          <a:off x="8080075" y="661358"/>
          <a:ext cx="1445068" cy="4939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5068">
                  <a:extLst>
                    <a:ext uri="{9D8B030D-6E8A-4147-A177-3AD203B41FA5}">
                      <a16:colId xmlns:a16="http://schemas.microsoft.com/office/drawing/2014/main" val="3727626031"/>
                    </a:ext>
                  </a:extLst>
                </a:gridCol>
              </a:tblGrid>
              <a:tr h="1234874">
                <a:tc>
                  <a:txBody>
                    <a:bodyPr/>
                    <a:lstStyle/>
                    <a:p>
                      <a:r>
                        <a:rPr lang="fr-FR"/>
                        <a:t>Archive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997704"/>
                  </a:ext>
                </a:extLst>
              </a:tr>
              <a:tr h="1234874">
                <a:tc>
                  <a:txBody>
                    <a:bodyPr/>
                    <a:lstStyle/>
                    <a:p>
                      <a:r>
                        <a:rPr lang="fr-FR">
                          <a:solidFill>
                            <a:schemeClr val="bg1"/>
                          </a:solidFill>
                        </a:rPr>
                        <a:t>Tous les spectacles du mois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463529"/>
                  </a:ext>
                </a:extLst>
              </a:tr>
              <a:tr h="1234874">
                <a:tc>
                  <a:txBody>
                    <a:bodyPr/>
                    <a:lstStyle/>
                    <a:p>
                      <a:r>
                        <a:rPr lang="fr-FR">
                          <a:solidFill>
                            <a:schemeClr val="bg1"/>
                          </a:solidFill>
                        </a:rPr>
                        <a:t>Vos avis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590322"/>
                  </a:ext>
                </a:extLst>
              </a:tr>
              <a:tr h="123487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>
                          <a:solidFill>
                            <a:schemeClr val="bg1"/>
                          </a:solidFill>
                        </a:rPr>
                        <a:t>Sponsors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73656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AA107402-0459-DAB4-7691-E0861F2C26D5}"/>
              </a:ext>
            </a:extLst>
          </p:cNvPr>
          <p:cNvSpPr txBox="1"/>
          <p:nvPr/>
        </p:nvSpPr>
        <p:spPr>
          <a:xfrm>
            <a:off x="657411" y="2300941"/>
            <a:ext cx="161364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ea typeface="Calibri"/>
                <a:cs typeface="Calibri"/>
              </a:rPr>
              <a:t>Page du Archive</a:t>
            </a:r>
            <a:endParaRPr lang="fr-FR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C875C941-8ECF-24CB-416E-6B087CFBA029}"/>
              </a:ext>
            </a:extLst>
          </p:cNvPr>
          <p:cNvSpPr/>
          <p:nvPr/>
        </p:nvSpPr>
        <p:spPr>
          <a:xfrm>
            <a:off x="2935529" y="1936770"/>
            <a:ext cx="4870560" cy="700429"/>
          </a:xfrm>
          <a:prstGeom prst="roundRect">
            <a:avLst>
              <a:gd name="adj" fmla="val 15656"/>
            </a:avLst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Spectacle septembre</a:t>
            </a:r>
            <a:endParaRPr lang="fr-FR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1379760C-922A-245D-2C98-4CD33ECB58AD}"/>
              </a:ext>
            </a:extLst>
          </p:cNvPr>
          <p:cNvSpPr/>
          <p:nvPr/>
        </p:nvSpPr>
        <p:spPr>
          <a:xfrm>
            <a:off x="2935528" y="2799410"/>
            <a:ext cx="4870560" cy="700429"/>
          </a:xfrm>
          <a:prstGeom prst="roundRect">
            <a:avLst>
              <a:gd name="adj" fmla="val 15656"/>
            </a:avLst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Spectacle août</a:t>
            </a:r>
            <a:endParaRPr lang="fr-FR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A591BD19-47D8-F3F4-9BC6-52CB92A901BA}"/>
              </a:ext>
            </a:extLst>
          </p:cNvPr>
          <p:cNvSpPr/>
          <p:nvPr/>
        </p:nvSpPr>
        <p:spPr>
          <a:xfrm>
            <a:off x="2935528" y="3690807"/>
            <a:ext cx="4870560" cy="700429"/>
          </a:xfrm>
          <a:prstGeom prst="roundRect">
            <a:avLst>
              <a:gd name="adj" fmla="val 15656"/>
            </a:avLst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Spectacle ...</a:t>
            </a:r>
            <a:endParaRPr lang="fr-FR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4DB3E141-2EB4-5C25-84E2-A4B7FAA2E78F}"/>
              </a:ext>
            </a:extLst>
          </p:cNvPr>
          <p:cNvSpPr/>
          <p:nvPr/>
        </p:nvSpPr>
        <p:spPr>
          <a:xfrm>
            <a:off x="2935528" y="4654089"/>
            <a:ext cx="4870560" cy="700429"/>
          </a:xfrm>
          <a:prstGeom prst="roundRect">
            <a:avLst>
              <a:gd name="adj" fmla="val 15656"/>
            </a:avLst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3785555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28354AE-CB7D-2B23-40E8-FD52F29CFC96}"/>
              </a:ext>
            </a:extLst>
          </p:cNvPr>
          <p:cNvSpPr/>
          <p:nvPr/>
        </p:nvSpPr>
        <p:spPr>
          <a:xfrm>
            <a:off x="2667000" y="0"/>
            <a:ext cx="6858000" cy="685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48BC5E6F-2D89-9624-4338-FB3E3B55D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902730"/>
              </p:ext>
            </p:extLst>
          </p:nvPr>
        </p:nvGraphicFramePr>
        <p:xfrm>
          <a:off x="2666998" y="0"/>
          <a:ext cx="6858000" cy="655484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54620017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43080745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4530994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59413774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50557195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507225117"/>
                    </a:ext>
                  </a:extLst>
                </a:gridCol>
              </a:tblGrid>
              <a:tr h="65548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/>
                        <a:t>Archive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Crée une annonce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1" i="0" u="none" strike="noStrike" noProof="0">
                          <a:solidFill>
                            <a:srgbClr val="FFFFFF"/>
                          </a:solidFill>
                          <a:latin typeface="Calibri"/>
                        </a:rPr>
                        <a:t>ScissBidul</a:t>
                      </a:r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39696"/>
                  </a:ext>
                </a:extLst>
              </a:tr>
            </a:tbl>
          </a:graphicData>
        </a:graphic>
      </p:graphicFrame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E0A8E847-AC6A-0DDA-6E18-5CFF11001218}"/>
              </a:ext>
            </a:extLst>
          </p:cNvPr>
          <p:cNvSpPr/>
          <p:nvPr/>
        </p:nvSpPr>
        <p:spPr>
          <a:xfrm>
            <a:off x="2935529" y="1030996"/>
            <a:ext cx="4870560" cy="700429"/>
          </a:xfrm>
          <a:prstGeom prst="roundRect">
            <a:avLst>
              <a:gd name="adj" fmla="val 15656"/>
            </a:avLst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Spectacle septembre                             </a:t>
            </a:r>
            <a:endParaRPr lang="fr-FR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115102-9498-BD5B-B250-E61884124F5E}"/>
              </a:ext>
            </a:extLst>
          </p:cNvPr>
          <p:cNvSpPr/>
          <p:nvPr/>
        </p:nvSpPr>
        <p:spPr>
          <a:xfrm>
            <a:off x="2659130" y="5616769"/>
            <a:ext cx="6888113" cy="1239022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Sponsor</a:t>
            </a: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89D98210-603B-7632-CB8D-654747DD6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677400"/>
              </p:ext>
            </p:extLst>
          </p:nvPr>
        </p:nvGraphicFramePr>
        <p:xfrm>
          <a:off x="8080075" y="661358"/>
          <a:ext cx="1445068" cy="4990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5068">
                  <a:extLst>
                    <a:ext uri="{9D8B030D-6E8A-4147-A177-3AD203B41FA5}">
                      <a16:colId xmlns:a16="http://schemas.microsoft.com/office/drawing/2014/main" val="3727626031"/>
                    </a:ext>
                  </a:extLst>
                </a:gridCol>
              </a:tblGrid>
              <a:tr h="1247519">
                <a:tc>
                  <a:txBody>
                    <a:bodyPr/>
                    <a:lstStyle/>
                    <a:p>
                      <a:r>
                        <a:rPr lang="fr-FR"/>
                        <a:t>Archive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997704"/>
                  </a:ext>
                </a:extLst>
              </a:tr>
              <a:tr h="1247519">
                <a:tc>
                  <a:txBody>
                    <a:bodyPr/>
                    <a:lstStyle/>
                    <a:p>
                      <a:r>
                        <a:rPr lang="fr-FR">
                          <a:solidFill>
                            <a:schemeClr val="bg1"/>
                          </a:solidFill>
                        </a:rPr>
                        <a:t>Tous les spectacles du mois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463529"/>
                  </a:ext>
                </a:extLst>
              </a:tr>
              <a:tr h="1247519">
                <a:tc>
                  <a:txBody>
                    <a:bodyPr/>
                    <a:lstStyle/>
                    <a:p>
                      <a:r>
                        <a:rPr lang="fr-FR">
                          <a:solidFill>
                            <a:schemeClr val="bg1"/>
                          </a:solidFill>
                        </a:rPr>
                        <a:t>Vos avis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590322"/>
                  </a:ext>
                </a:extLst>
              </a:tr>
              <a:tr h="124751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>
                          <a:solidFill>
                            <a:schemeClr val="bg1"/>
                          </a:solidFill>
                        </a:rPr>
                        <a:t>Sponsors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73656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AA107402-0459-DAB4-7691-E0861F2C26D5}"/>
              </a:ext>
            </a:extLst>
          </p:cNvPr>
          <p:cNvSpPr txBox="1"/>
          <p:nvPr/>
        </p:nvSpPr>
        <p:spPr>
          <a:xfrm>
            <a:off x="657411" y="2300941"/>
            <a:ext cx="161364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ea typeface="Calibri"/>
                <a:cs typeface="Calibri"/>
              </a:rPr>
              <a:t>Page du Mois</a:t>
            </a:r>
            <a:endParaRPr lang="fr-FR"/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4B341446-C677-57ED-E51F-99995F1F746A}"/>
              </a:ext>
            </a:extLst>
          </p:cNvPr>
          <p:cNvGraphicFramePr>
            <a:graphicFrameLocks noGrp="1"/>
          </p:cNvGraphicFramePr>
          <p:nvPr/>
        </p:nvGraphicFramePr>
        <p:xfrm>
          <a:off x="2931831" y="2030716"/>
          <a:ext cx="4881561" cy="29667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1561">
                  <a:extLst>
                    <a:ext uri="{9D8B030D-6E8A-4147-A177-3AD203B41FA5}">
                      <a16:colId xmlns:a16="http://schemas.microsoft.com/office/drawing/2014/main" val="33293055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b="0">
                          <a:solidFill>
                            <a:schemeClr val="tx1"/>
                          </a:solidFill>
                        </a:rPr>
                        <a:t>Spectacle 1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196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Spectacle 2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033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Spectacle 3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422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….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958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….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96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….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277729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/>
                        <a:t>….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664928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/>
                        <a:t>….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919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6516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28354AE-CB7D-2B23-40E8-FD52F29CFC96}"/>
              </a:ext>
            </a:extLst>
          </p:cNvPr>
          <p:cNvSpPr/>
          <p:nvPr/>
        </p:nvSpPr>
        <p:spPr>
          <a:xfrm>
            <a:off x="2667000" y="0"/>
            <a:ext cx="6858000" cy="685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48BC5E6F-2D89-9624-4338-FB3E3B55D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339123"/>
              </p:ext>
            </p:extLst>
          </p:nvPr>
        </p:nvGraphicFramePr>
        <p:xfrm>
          <a:off x="2666998" y="0"/>
          <a:ext cx="6858000" cy="655484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54620017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43080745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4530994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59413774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50557195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507225117"/>
                    </a:ext>
                  </a:extLst>
                </a:gridCol>
              </a:tblGrid>
              <a:tr h="65548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/>
                        <a:t>Archive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Crée une annonce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1" i="0" u="none" strike="noStrike" noProof="0" err="1">
                          <a:solidFill>
                            <a:srgbClr val="FFFFFF"/>
                          </a:solidFill>
                          <a:latin typeface="Calibri"/>
                        </a:rPr>
                        <a:t>ScissBidul</a:t>
                      </a:r>
                      <a:endParaRPr lang="fr-FR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39696"/>
                  </a:ext>
                </a:extLst>
              </a:tr>
            </a:tbl>
          </a:graphicData>
        </a:graphic>
      </p:graphicFrame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E0A8E847-AC6A-0DDA-6E18-5CFF11001218}"/>
              </a:ext>
            </a:extLst>
          </p:cNvPr>
          <p:cNvSpPr/>
          <p:nvPr/>
        </p:nvSpPr>
        <p:spPr>
          <a:xfrm>
            <a:off x="2935529" y="1030996"/>
            <a:ext cx="4870560" cy="4194127"/>
          </a:xfrm>
          <a:prstGeom prst="roundRect">
            <a:avLst>
              <a:gd name="adj" fmla="val 15656"/>
            </a:avLst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                             </a:t>
            </a:r>
            <a:endParaRPr lang="fr-FR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115102-9498-BD5B-B250-E61884124F5E}"/>
              </a:ext>
            </a:extLst>
          </p:cNvPr>
          <p:cNvSpPr/>
          <p:nvPr/>
        </p:nvSpPr>
        <p:spPr>
          <a:xfrm>
            <a:off x="2659130" y="5616769"/>
            <a:ext cx="6888113" cy="1239022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Sponsor</a:t>
            </a: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89D98210-603B-7632-CB8D-654747DD635D}"/>
              </a:ext>
            </a:extLst>
          </p:cNvPr>
          <p:cNvGraphicFramePr>
            <a:graphicFrameLocks noGrp="1"/>
          </p:cNvGraphicFramePr>
          <p:nvPr/>
        </p:nvGraphicFramePr>
        <p:xfrm>
          <a:off x="8080075" y="661358"/>
          <a:ext cx="1445068" cy="4990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5068">
                  <a:extLst>
                    <a:ext uri="{9D8B030D-6E8A-4147-A177-3AD203B41FA5}">
                      <a16:colId xmlns:a16="http://schemas.microsoft.com/office/drawing/2014/main" val="3727626031"/>
                    </a:ext>
                  </a:extLst>
                </a:gridCol>
              </a:tblGrid>
              <a:tr h="1247519">
                <a:tc>
                  <a:txBody>
                    <a:bodyPr/>
                    <a:lstStyle/>
                    <a:p>
                      <a:r>
                        <a:rPr lang="fr-FR"/>
                        <a:t>Archive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997704"/>
                  </a:ext>
                </a:extLst>
              </a:tr>
              <a:tr h="1247519">
                <a:tc>
                  <a:txBody>
                    <a:bodyPr/>
                    <a:lstStyle/>
                    <a:p>
                      <a:r>
                        <a:rPr lang="fr-FR">
                          <a:solidFill>
                            <a:schemeClr val="bg1"/>
                          </a:solidFill>
                        </a:rPr>
                        <a:t>Tous les spectacles du mois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463529"/>
                  </a:ext>
                </a:extLst>
              </a:tr>
              <a:tr h="1247519">
                <a:tc>
                  <a:txBody>
                    <a:bodyPr/>
                    <a:lstStyle/>
                    <a:p>
                      <a:r>
                        <a:rPr lang="fr-FR">
                          <a:solidFill>
                            <a:schemeClr val="bg1"/>
                          </a:solidFill>
                        </a:rPr>
                        <a:t>Vos avis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590322"/>
                  </a:ext>
                </a:extLst>
              </a:tr>
              <a:tr h="124751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>
                          <a:solidFill>
                            <a:schemeClr val="bg1"/>
                          </a:solidFill>
                        </a:rPr>
                        <a:t>Sponsors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73656"/>
                  </a:ext>
                </a:extLst>
              </a:tr>
            </a:tbl>
          </a:graphicData>
        </a:graphic>
      </p:graphicFrame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EFDAA2C5-E3E6-ECA0-13C0-625CC83FB1FF}"/>
              </a:ext>
            </a:extLst>
          </p:cNvPr>
          <p:cNvSpPr/>
          <p:nvPr/>
        </p:nvSpPr>
        <p:spPr>
          <a:xfrm>
            <a:off x="3223345" y="1378252"/>
            <a:ext cx="2585950" cy="67489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Post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438AE9A1-D9C8-95FC-4695-D792240CD65D}"/>
              </a:ext>
            </a:extLst>
          </p:cNvPr>
          <p:cNvSpPr/>
          <p:nvPr/>
        </p:nvSpPr>
        <p:spPr>
          <a:xfrm>
            <a:off x="4934250" y="3434213"/>
            <a:ext cx="2585950" cy="67489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Post Utilisateur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C5808DDB-1AA7-2872-C5CE-ABA9756083FC}"/>
              </a:ext>
            </a:extLst>
          </p:cNvPr>
          <p:cNvSpPr/>
          <p:nvPr/>
        </p:nvSpPr>
        <p:spPr>
          <a:xfrm>
            <a:off x="3223345" y="2298402"/>
            <a:ext cx="2585950" cy="67489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Post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416715F-6A9D-1446-06FC-F5F02ED63887}"/>
              </a:ext>
            </a:extLst>
          </p:cNvPr>
          <p:cNvSpPr/>
          <p:nvPr/>
        </p:nvSpPr>
        <p:spPr>
          <a:xfrm>
            <a:off x="3223344" y="4325609"/>
            <a:ext cx="4296855" cy="660513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Zone de Texte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B4199C5-2E56-0D08-53E7-11805DE1606A}"/>
              </a:ext>
            </a:extLst>
          </p:cNvPr>
          <p:cNvSpPr txBox="1"/>
          <p:nvPr/>
        </p:nvSpPr>
        <p:spPr>
          <a:xfrm>
            <a:off x="170612" y="851457"/>
            <a:ext cx="304320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ea typeface="Calibri"/>
                <a:cs typeface="Calibri"/>
              </a:rPr>
              <a:t>Vos Avis</a:t>
            </a:r>
          </a:p>
          <a:p>
            <a:r>
              <a:rPr lang="fr-FR">
                <a:ea typeface="Calibri"/>
                <a:cs typeface="Calibri"/>
              </a:rPr>
              <a:t> (forum de discussion)</a:t>
            </a:r>
          </a:p>
        </p:txBody>
      </p:sp>
    </p:spTree>
    <p:extLst>
      <p:ext uri="{BB962C8B-B14F-4D97-AF65-F5344CB8AC3E}">
        <p14:creationId xmlns:p14="http://schemas.microsoft.com/office/powerpoint/2010/main" val="3477174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28354AE-CB7D-2B23-40E8-FD52F29CFC96}"/>
              </a:ext>
            </a:extLst>
          </p:cNvPr>
          <p:cNvSpPr/>
          <p:nvPr/>
        </p:nvSpPr>
        <p:spPr>
          <a:xfrm>
            <a:off x="2667000" y="0"/>
            <a:ext cx="6858000" cy="685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48BC5E6F-2D89-9624-4338-FB3E3B55DEC2}"/>
              </a:ext>
            </a:extLst>
          </p:cNvPr>
          <p:cNvGraphicFramePr>
            <a:graphicFrameLocks noGrp="1"/>
          </p:cNvGraphicFramePr>
          <p:nvPr/>
        </p:nvGraphicFramePr>
        <p:xfrm>
          <a:off x="2666998" y="0"/>
          <a:ext cx="6858000" cy="655484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54620017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43080745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4530994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59413774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50557195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507225117"/>
                    </a:ext>
                  </a:extLst>
                </a:gridCol>
              </a:tblGrid>
              <a:tr h="65548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/>
                        <a:t>Archive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Crée une annonce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/>
                        <a:t>ScissBidul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39696"/>
                  </a:ext>
                </a:extLst>
              </a:tr>
            </a:tbl>
          </a:graphicData>
        </a:graphic>
      </p:graphicFrame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7C389C9E-24F7-98C2-49F8-FDE21623C070}"/>
              </a:ext>
            </a:extLst>
          </p:cNvPr>
          <p:cNvSpPr/>
          <p:nvPr/>
        </p:nvSpPr>
        <p:spPr>
          <a:xfrm>
            <a:off x="5074526" y="3235214"/>
            <a:ext cx="2613316" cy="1965636"/>
          </a:xfrm>
          <a:prstGeom prst="roundRect">
            <a:avLst>
              <a:gd name="adj" fmla="val 15656"/>
            </a:avLst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solidFill>
                  <a:schemeClr val="tx1"/>
                </a:solidFill>
                <a:ea typeface="Calibri"/>
                <a:cs typeface="Calibri"/>
              </a:rPr>
              <a:t>Logo Sponsor 4</a:t>
            </a:r>
          </a:p>
          <a:p>
            <a:pPr algn="ctr"/>
            <a:endParaRPr lang="fr-FR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E0A8E847-AC6A-0DDA-6E18-5CFF11001218}"/>
              </a:ext>
            </a:extLst>
          </p:cNvPr>
          <p:cNvSpPr/>
          <p:nvPr/>
        </p:nvSpPr>
        <p:spPr>
          <a:xfrm>
            <a:off x="2921152" y="1030996"/>
            <a:ext cx="2570183" cy="1980013"/>
          </a:xfrm>
          <a:prstGeom prst="roundRect">
            <a:avLst>
              <a:gd name="adj" fmla="val 15656"/>
            </a:avLst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Logo Sponsor 1</a:t>
            </a:r>
            <a:endParaRPr lang="fr-FR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115102-9498-BD5B-B250-E61884124F5E}"/>
              </a:ext>
            </a:extLst>
          </p:cNvPr>
          <p:cNvSpPr/>
          <p:nvPr/>
        </p:nvSpPr>
        <p:spPr>
          <a:xfrm>
            <a:off x="2659130" y="5616769"/>
            <a:ext cx="6888113" cy="1239022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Sponsor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FE8F55C1-4B9D-88C6-5DD5-02796D33B40E}"/>
              </a:ext>
            </a:extLst>
          </p:cNvPr>
          <p:cNvSpPr/>
          <p:nvPr/>
        </p:nvSpPr>
        <p:spPr>
          <a:xfrm>
            <a:off x="2921422" y="3232932"/>
            <a:ext cx="1982101" cy="1968852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solidFill>
                  <a:schemeClr val="tx1"/>
                </a:solidFill>
                <a:ea typeface="Calibri"/>
                <a:cs typeface="Calibri"/>
              </a:rPr>
              <a:t>Logo Sponsor 3</a:t>
            </a:r>
          </a:p>
          <a:p>
            <a:pPr algn="ctr"/>
            <a:endParaRPr lang="fr-FR">
              <a:solidFill>
                <a:schemeClr val="tx1">
                  <a:lumMod val="95000"/>
                  <a:lumOff val="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737C027C-2A3C-B7A2-CCE8-D9D000254489}"/>
              </a:ext>
            </a:extLst>
          </p:cNvPr>
          <p:cNvSpPr/>
          <p:nvPr/>
        </p:nvSpPr>
        <p:spPr>
          <a:xfrm>
            <a:off x="5710629" y="1033196"/>
            <a:ext cx="1982101" cy="1968852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solidFill>
                  <a:schemeClr val="tx1"/>
                </a:solidFill>
                <a:ea typeface="Calibri"/>
                <a:cs typeface="Calibri"/>
              </a:rPr>
              <a:t>Logo Sponsor 2</a:t>
            </a:r>
          </a:p>
          <a:p>
            <a:pPr algn="ctr"/>
            <a:endParaRPr lang="fr-FR">
              <a:solidFill>
                <a:schemeClr val="tx1">
                  <a:lumMod val="95000"/>
                  <a:lumOff val="5000"/>
                </a:schemeClr>
              </a:solidFill>
              <a:ea typeface="Calibri"/>
              <a:cs typeface="Calibri"/>
            </a:endParaRP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89D98210-603B-7632-CB8D-654747DD635D}"/>
              </a:ext>
            </a:extLst>
          </p:cNvPr>
          <p:cNvGraphicFramePr>
            <a:graphicFrameLocks noGrp="1"/>
          </p:cNvGraphicFramePr>
          <p:nvPr/>
        </p:nvGraphicFramePr>
        <p:xfrm>
          <a:off x="8080075" y="661358"/>
          <a:ext cx="1445068" cy="4939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5068">
                  <a:extLst>
                    <a:ext uri="{9D8B030D-6E8A-4147-A177-3AD203B41FA5}">
                      <a16:colId xmlns:a16="http://schemas.microsoft.com/office/drawing/2014/main" val="3727626031"/>
                    </a:ext>
                  </a:extLst>
                </a:gridCol>
              </a:tblGrid>
              <a:tr h="123487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/>
                        <a:t>Archive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997704"/>
                  </a:ext>
                </a:extLst>
              </a:tr>
              <a:tr h="1234874">
                <a:tc>
                  <a:txBody>
                    <a:bodyPr/>
                    <a:lstStyle/>
                    <a:p>
                      <a:r>
                        <a:rPr lang="fr-FR">
                          <a:solidFill>
                            <a:schemeClr val="bg1"/>
                          </a:solidFill>
                        </a:rPr>
                        <a:t>Tous les spectacles du mois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463529"/>
                  </a:ext>
                </a:extLst>
              </a:tr>
              <a:tr h="1234874">
                <a:tc>
                  <a:txBody>
                    <a:bodyPr/>
                    <a:lstStyle/>
                    <a:p>
                      <a:r>
                        <a:rPr lang="fr-FR">
                          <a:solidFill>
                            <a:schemeClr val="bg1"/>
                          </a:solidFill>
                        </a:rPr>
                        <a:t>Vos avis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590322"/>
                  </a:ext>
                </a:extLst>
              </a:tr>
              <a:tr h="123487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>
                          <a:solidFill>
                            <a:schemeClr val="bg1"/>
                          </a:solidFill>
                        </a:rPr>
                        <a:t>Sponsors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73656"/>
                  </a:ext>
                </a:extLst>
              </a:tr>
            </a:tbl>
          </a:graphicData>
        </a:graphic>
      </p:graphicFrame>
      <p:sp>
        <p:nvSpPr>
          <p:cNvPr id="11" name="ZoneTexte 10">
            <a:extLst>
              <a:ext uri="{FF2B5EF4-FFF2-40B4-BE49-F238E27FC236}">
                <a16:creationId xmlns:a16="http://schemas.microsoft.com/office/drawing/2014/main" id="{C7CC729B-8B4F-0571-FA9D-525DB2FBD7A9}"/>
              </a:ext>
            </a:extLst>
          </p:cNvPr>
          <p:cNvSpPr txBox="1"/>
          <p:nvPr/>
        </p:nvSpPr>
        <p:spPr>
          <a:xfrm>
            <a:off x="149411" y="986117"/>
            <a:ext cx="2032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dirty="0">
                <a:ea typeface="Calibri"/>
                <a:cs typeface="Calibri"/>
              </a:rPr>
              <a:t>Sponsors</a:t>
            </a:r>
          </a:p>
        </p:txBody>
      </p:sp>
    </p:spTree>
    <p:extLst>
      <p:ext uri="{BB962C8B-B14F-4D97-AF65-F5344CB8AC3E}">
        <p14:creationId xmlns:p14="http://schemas.microsoft.com/office/powerpoint/2010/main" val="2165034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28354AE-CB7D-2B23-40E8-FD52F29CFC96}"/>
              </a:ext>
            </a:extLst>
          </p:cNvPr>
          <p:cNvSpPr/>
          <p:nvPr/>
        </p:nvSpPr>
        <p:spPr>
          <a:xfrm>
            <a:off x="2667000" y="0"/>
            <a:ext cx="6858000" cy="685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48BC5E6F-2D89-9624-4338-FB3E3B55DEC2}"/>
              </a:ext>
            </a:extLst>
          </p:cNvPr>
          <p:cNvGraphicFramePr>
            <a:graphicFrameLocks noGrp="1"/>
          </p:cNvGraphicFramePr>
          <p:nvPr/>
        </p:nvGraphicFramePr>
        <p:xfrm>
          <a:off x="2666998" y="0"/>
          <a:ext cx="6858000" cy="655484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54620017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43080745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4530994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59413774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50557195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507225117"/>
                    </a:ext>
                  </a:extLst>
                </a:gridCol>
              </a:tblGrid>
              <a:tr h="65548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/>
                        <a:t>Archive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Crée une annonce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1" i="0" u="none" strike="noStrike" noProof="0" err="1">
                          <a:solidFill>
                            <a:srgbClr val="FFFFFF"/>
                          </a:solidFill>
                          <a:latin typeface="Calibri"/>
                        </a:rPr>
                        <a:t>ScissBidul</a:t>
                      </a:r>
                      <a:endParaRPr lang="fr-FR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39696"/>
                  </a:ext>
                </a:extLst>
              </a:tr>
            </a:tbl>
          </a:graphicData>
        </a:graphic>
      </p:graphicFrame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E0A8E847-AC6A-0DDA-6E18-5CFF11001218}"/>
              </a:ext>
            </a:extLst>
          </p:cNvPr>
          <p:cNvSpPr/>
          <p:nvPr/>
        </p:nvSpPr>
        <p:spPr>
          <a:xfrm>
            <a:off x="2935529" y="1030996"/>
            <a:ext cx="1578145" cy="700429"/>
          </a:xfrm>
          <a:prstGeom prst="roundRect">
            <a:avLst>
              <a:gd name="adj" fmla="val 15656"/>
            </a:avLst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Sponsor 1                              </a:t>
            </a:r>
            <a:endParaRPr lang="fr-FR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115102-9498-BD5B-B250-E61884124F5E}"/>
              </a:ext>
            </a:extLst>
          </p:cNvPr>
          <p:cNvSpPr/>
          <p:nvPr/>
        </p:nvSpPr>
        <p:spPr>
          <a:xfrm>
            <a:off x="2659130" y="5616769"/>
            <a:ext cx="6888113" cy="1239022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Sponsor</a:t>
            </a: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89D98210-603B-7632-CB8D-654747DD635D}"/>
              </a:ext>
            </a:extLst>
          </p:cNvPr>
          <p:cNvGraphicFramePr>
            <a:graphicFrameLocks noGrp="1"/>
          </p:cNvGraphicFramePr>
          <p:nvPr/>
        </p:nvGraphicFramePr>
        <p:xfrm>
          <a:off x="8080075" y="661358"/>
          <a:ext cx="1445068" cy="496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5068">
                  <a:extLst>
                    <a:ext uri="{9D8B030D-6E8A-4147-A177-3AD203B41FA5}">
                      <a16:colId xmlns:a16="http://schemas.microsoft.com/office/drawing/2014/main" val="3727626031"/>
                    </a:ext>
                  </a:extLst>
                </a:gridCol>
              </a:tblGrid>
              <a:tr h="1240090">
                <a:tc>
                  <a:txBody>
                    <a:bodyPr/>
                    <a:lstStyle/>
                    <a:p>
                      <a:r>
                        <a:rPr lang="fr-FR"/>
                        <a:t>Archive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997704"/>
                  </a:ext>
                </a:extLst>
              </a:tr>
              <a:tr h="1240090">
                <a:tc>
                  <a:txBody>
                    <a:bodyPr/>
                    <a:lstStyle/>
                    <a:p>
                      <a:r>
                        <a:rPr lang="fr-FR">
                          <a:solidFill>
                            <a:schemeClr val="bg1"/>
                          </a:solidFill>
                        </a:rPr>
                        <a:t>Tous les spectacles du mois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463529"/>
                  </a:ext>
                </a:extLst>
              </a:tr>
              <a:tr h="1240090">
                <a:tc>
                  <a:txBody>
                    <a:bodyPr/>
                    <a:lstStyle/>
                    <a:p>
                      <a:r>
                        <a:rPr lang="fr-FR">
                          <a:solidFill>
                            <a:schemeClr val="bg1"/>
                          </a:solidFill>
                        </a:rPr>
                        <a:t>Vos avis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590322"/>
                  </a:ext>
                </a:extLst>
              </a:tr>
              <a:tr h="124009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>
                          <a:solidFill>
                            <a:schemeClr val="bg1"/>
                          </a:solidFill>
                        </a:rPr>
                        <a:t>Sponsors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73656"/>
                  </a:ext>
                </a:extLst>
              </a:tr>
            </a:tbl>
          </a:graphicData>
        </a:graphic>
      </p:graphicFrame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F75B7BB7-28B3-8748-33DE-A5AB4C08D2A9}"/>
              </a:ext>
            </a:extLst>
          </p:cNvPr>
          <p:cNvSpPr/>
          <p:nvPr/>
        </p:nvSpPr>
        <p:spPr>
          <a:xfrm>
            <a:off x="2935529" y="2008656"/>
            <a:ext cx="4769918" cy="3187711"/>
          </a:xfrm>
          <a:prstGeom prst="roundRect">
            <a:avLst>
              <a:gd name="adj" fmla="val 15656"/>
            </a:avLst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solidFill>
                  <a:schemeClr val="tx1"/>
                </a:solidFill>
                <a:ea typeface="Calibri"/>
                <a:cs typeface="Calibri"/>
              </a:rPr>
              <a:t>Info sur le sponsor                            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16062757-96F3-E2EC-4DC9-EEE4501912F3}"/>
              </a:ext>
            </a:extLst>
          </p:cNvPr>
          <p:cNvSpPr/>
          <p:nvPr/>
        </p:nvSpPr>
        <p:spPr>
          <a:xfrm>
            <a:off x="5725006" y="2010856"/>
            <a:ext cx="1982101" cy="1968852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Logo</a:t>
            </a:r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A107402-0459-DAB4-7691-E0861F2C26D5}"/>
              </a:ext>
            </a:extLst>
          </p:cNvPr>
          <p:cNvSpPr txBox="1"/>
          <p:nvPr/>
        </p:nvSpPr>
        <p:spPr>
          <a:xfrm>
            <a:off x="657411" y="2300941"/>
            <a:ext cx="161364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ea typeface="Calibri"/>
                <a:cs typeface="Calibri"/>
              </a:rPr>
              <a:t>Page sponsor individuelle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3673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28354AE-CB7D-2B23-40E8-FD52F29CFC96}"/>
              </a:ext>
            </a:extLst>
          </p:cNvPr>
          <p:cNvSpPr/>
          <p:nvPr/>
        </p:nvSpPr>
        <p:spPr>
          <a:xfrm>
            <a:off x="2667000" y="0"/>
            <a:ext cx="6858000" cy="685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48BC5E6F-2D89-9624-4338-FB3E3B55DEC2}"/>
              </a:ext>
            </a:extLst>
          </p:cNvPr>
          <p:cNvGraphicFramePr>
            <a:graphicFrameLocks noGrp="1"/>
          </p:cNvGraphicFramePr>
          <p:nvPr/>
        </p:nvGraphicFramePr>
        <p:xfrm>
          <a:off x="2666998" y="0"/>
          <a:ext cx="6858000" cy="655484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54620017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43080745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4530994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59413774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50557195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507225117"/>
                    </a:ext>
                  </a:extLst>
                </a:gridCol>
              </a:tblGrid>
              <a:tr h="65548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/>
                        <a:t>Archive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Crée une annonce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1" i="0" u="none" strike="noStrike" noProof="0" err="1">
                          <a:solidFill>
                            <a:srgbClr val="FFFFFF"/>
                          </a:solidFill>
                          <a:latin typeface="Calibri"/>
                        </a:rPr>
                        <a:t>ScissBidul</a:t>
                      </a:r>
                      <a:endParaRPr lang="fr-FR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39696"/>
                  </a:ext>
                </a:extLst>
              </a:tr>
            </a:tbl>
          </a:graphicData>
        </a:graphic>
      </p:graphicFrame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E0A8E847-AC6A-0DDA-6E18-5CFF11001218}"/>
              </a:ext>
            </a:extLst>
          </p:cNvPr>
          <p:cNvSpPr/>
          <p:nvPr/>
        </p:nvSpPr>
        <p:spPr>
          <a:xfrm>
            <a:off x="2935529" y="800959"/>
            <a:ext cx="4769918" cy="930466"/>
          </a:xfrm>
          <a:prstGeom prst="roundRect">
            <a:avLst>
              <a:gd name="adj" fmla="val 15656"/>
            </a:avLst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Pour obtenir un compte contacté nous par mail</a:t>
            </a:r>
          </a:p>
          <a:p>
            <a:pPr algn="ctr"/>
            <a:endParaRPr lang="fr-FR">
              <a:solidFill>
                <a:schemeClr val="tx1"/>
              </a:solidFill>
            </a:endParaRPr>
          </a:p>
          <a:p>
            <a:pPr algn="ctr"/>
            <a:r>
              <a:rPr lang="fr-FR" dirty="0">
                <a:solidFill>
                  <a:schemeClr val="tx1"/>
                </a:solidFill>
              </a:rPr>
              <a:t>°°°°°°°°°°°@gmail.com                             </a:t>
            </a:r>
            <a:endParaRPr lang="fr-FR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115102-9498-BD5B-B250-E61884124F5E}"/>
              </a:ext>
            </a:extLst>
          </p:cNvPr>
          <p:cNvSpPr/>
          <p:nvPr/>
        </p:nvSpPr>
        <p:spPr>
          <a:xfrm>
            <a:off x="2659130" y="5616769"/>
            <a:ext cx="6888113" cy="1239022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Sponsor</a:t>
            </a: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89D98210-603B-7632-CB8D-654747DD635D}"/>
              </a:ext>
            </a:extLst>
          </p:cNvPr>
          <p:cNvGraphicFramePr>
            <a:graphicFrameLocks noGrp="1"/>
          </p:cNvGraphicFramePr>
          <p:nvPr/>
        </p:nvGraphicFramePr>
        <p:xfrm>
          <a:off x="8080075" y="661358"/>
          <a:ext cx="1445068" cy="496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5068">
                  <a:extLst>
                    <a:ext uri="{9D8B030D-6E8A-4147-A177-3AD203B41FA5}">
                      <a16:colId xmlns:a16="http://schemas.microsoft.com/office/drawing/2014/main" val="3727626031"/>
                    </a:ext>
                  </a:extLst>
                </a:gridCol>
              </a:tblGrid>
              <a:tr h="1240090">
                <a:tc>
                  <a:txBody>
                    <a:bodyPr/>
                    <a:lstStyle/>
                    <a:p>
                      <a:r>
                        <a:rPr lang="fr-FR"/>
                        <a:t>Archive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997704"/>
                  </a:ext>
                </a:extLst>
              </a:tr>
              <a:tr h="1240090">
                <a:tc>
                  <a:txBody>
                    <a:bodyPr/>
                    <a:lstStyle/>
                    <a:p>
                      <a:r>
                        <a:rPr lang="fr-FR">
                          <a:solidFill>
                            <a:schemeClr val="bg1"/>
                          </a:solidFill>
                        </a:rPr>
                        <a:t>Tous les spectacles du mois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463529"/>
                  </a:ext>
                </a:extLst>
              </a:tr>
              <a:tr h="1240090">
                <a:tc>
                  <a:txBody>
                    <a:bodyPr/>
                    <a:lstStyle/>
                    <a:p>
                      <a:r>
                        <a:rPr lang="fr-FR">
                          <a:solidFill>
                            <a:schemeClr val="bg1"/>
                          </a:solidFill>
                        </a:rPr>
                        <a:t>Vos avis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590322"/>
                  </a:ext>
                </a:extLst>
              </a:tr>
              <a:tr h="124009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>
                          <a:solidFill>
                            <a:schemeClr val="bg1"/>
                          </a:solidFill>
                        </a:rPr>
                        <a:t>Sponsors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73656"/>
                  </a:ext>
                </a:extLst>
              </a:tr>
            </a:tbl>
          </a:graphicData>
        </a:graphic>
      </p:graphicFrame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F75B7BB7-28B3-8748-33DE-A5AB4C08D2A9}"/>
              </a:ext>
            </a:extLst>
          </p:cNvPr>
          <p:cNvSpPr/>
          <p:nvPr/>
        </p:nvSpPr>
        <p:spPr>
          <a:xfrm>
            <a:off x="2935529" y="2008656"/>
            <a:ext cx="4769918" cy="3187711"/>
          </a:xfrm>
          <a:prstGeom prst="roundRect">
            <a:avLst>
              <a:gd name="adj" fmla="val 15656"/>
            </a:avLst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solidFill>
                  <a:schemeClr val="tx1"/>
                </a:solidFill>
                <a:ea typeface="Calibri"/>
                <a:cs typeface="Calibri"/>
              </a:rPr>
              <a:t>                            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16062757-96F3-E2EC-4DC9-EEE4501912F3}"/>
              </a:ext>
            </a:extLst>
          </p:cNvPr>
          <p:cNvSpPr/>
          <p:nvPr/>
        </p:nvSpPr>
        <p:spPr>
          <a:xfrm>
            <a:off x="3338364" y="4167460"/>
            <a:ext cx="1982101" cy="804286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Connection</a:t>
            </a:r>
            <a:endParaRPr lang="fr-FR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A107402-0459-DAB4-7691-E0861F2C26D5}"/>
              </a:ext>
            </a:extLst>
          </p:cNvPr>
          <p:cNvSpPr txBox="1"/>
          <p:nvPr/>
        </p:nvSpPr>
        <p:spPr>
          <a:xfrm>
            <a:off x="657411" y="2300941"/>
            <a:ext cx="161364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ea typeface="Calibri"/>
                <a:cs typeface="Calibri"/>
              </a:rPr>
              <a:t>Page login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3273CBA0-DEBA-0EC5-DD45-CCF5A2BA43CD}"/>
              </a:ext>
            </a:extLst>
          </p:cNvPr>
          <p:cNvSpPr/>
          <p:nvPr/>
        </p:nvSpPr>
        <p:spPr>
          <a:xfrm>
            <a:off x="3194590" y="2298403"/>
            <a:ext cx="4167459" cy="83304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Login</a:t>
            </a:r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9742439A-E975-005E-44DF-A2D928C48EDF}"/>
              </a:ext>
            </a:extLst>
          </p:cNvPr>
          <p:cNvSpPr/>
          <p:nvPr/>
        </p:nvSpPr>
        <p:spPr>
          <a:xfrm>
            <a:off x="3194589" y="3304817"/>
            <a:ext cx="4167459" cy="703644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Mot de Passe</a:t>
            </a:r>
            <a:endParaRPr lang="fr-FR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586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28354AE-CB7D-2B23-40E8-FD52F29CFC96}"/>
              </a:ext>
            </a:extLst>
          </p:cNvPr>
          <p:cNvSpPr/>
          <p:nvPr/>
        </p:nvSpPr>
        <p:spPr>
          <a:xfrm>
            <a:off x="2667000" y="0"/>
            <a:ext cx="6858000" cy="685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48BC5E6F-2D89-9624-4338-FB3E3B55DEC2}"/>
              </a:ext>
            </a:extLst>
          </p:cNvPr>
          <p:cNvGraphicFramePr>
            <a:graphicFrameLocks noGrp="1"/>
          </p:cNvGraphicFramePr>
          <p:nvPr/>
        </p:nvGraphicFramePr>
        <p:xfrm>
          <a:off x="2666998" y="0"/>
          <a:ext cx="6858000" cy="655484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54620017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43080745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4530994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59413774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50557195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507225117"/>
                    </a:ext>
                  </a:extLst>
                </a:gridCol>
              </a:tblGrid>
              <a:tr h="65548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/>
                        <a:t>Archive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Crée une annonce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1" i="0" u="none" strike="noStrike" noProof="0" err="1">
                          <a:solidFill>
                            <a:srgbClr val="FFFFFF"/>
                          </a:solidFill>
                          <a:latin typeface="Calibri"/>
                        </a:rPr>
                        <a:t>ScissBidul</a:t>
                      </a:r>
                      <a:endParaRPr lang="fr-FR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39696"/>
                  </a:ext>
                </a:extLst>
              </a:tr>
            </a:tbl>
          </a:graphicData>
        </a:graphic>
      </p:graphicFrame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E0A8E847-AC6A-0DDA-6E18-5CFF11001218}"/>
              </a:ext>
            </a:extLst>
          </p:cNvPr>
          <p:cNvSpPr/>
          <p:nvPr/>
        </p:nvSpPr>
        <p:spPr>
          <a:xfrm>
            <a:off x="2935529" y="1030996"/>
            <a:ext cx="4870560" cy="700429"/>
          </a:xfrm>
          <a:prstGeom prst="roundRect">
            <a:avLst>
              <a:gd name="adj" fmla="val 15656"/>
            </a:avLst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Crée une annonce                           </a:t>
            </a:r>
            <a:endParaRPr lang="fr-FR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115102-9498-BD5B-B250-E61884124F5E}"/>
              </a:ext>
            </a:extLst>
          </p:cNvPr>
          <p:cNvSpPr/>
          <p:nvPr/>
        </p:nvSpPr>
        <p:spPr>
          <a:xfrm>
            <a:off x="2659130" y="5616769"/>
            <a:ext cx="6888113" cy="1239022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Sponsor</a:t>
            </a: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89D98210-603B-7632-CB8D-654747DD635D}"/>
              </a:ext>
            </a:extLst>
          </p:cNvPr>
          <p:cNvGraphicFramePr>
            <a:graphicFrameLocks noGrp="1"/>
          </p:cNvGraphicFramePr>
          <p:nvPr/>
        </p:nvGraphicFramePr>
        <p:xfrm>
          <a:off x="8080075" y="661358"/>
          <a:ext cx="1445068" cy="4990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5068">
                  <a:extLst>
                    <a:ext uri="{9D8B030D-6E8A-4147-A177-3AD203B41FA5}">
                      <a16:colId xmlns:a16="http://schemas.microsoft.com/office/drawing/2014/main" val="3727626031"/>
                    </a:ext>
                  </a:extLst>
                </a:gridCol>
              </a:tblGrid>
              <a:tr h="1247519">
                <a:tc>
                  <a:txBody>
                    <a:bodyPr/>
                    <a:lstStyle/>
                    <a:p>
                      <a:r>
                        <a:rPr lang="fr-FR"/>
                        <a:t>Archive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997704"/>
                  </a:ext>
                </a:extLst>
              </a:tr>
              <a:tr h="1247519">
                <a:tc>
                  <a:txBody>
                    <a:bodyPr/>
                    <a:lstStyle/>
                    <a:p>
                      <a:r>
                        <a:rPr lang="fr-FR">
                          <a:solidFill>
                            <a:schemeClr val="bg1"/>
                          </a:solidFill>
                        </a:rPr>
                        <a:t>Tous les spectacles du mois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463529"/>
                  </a:ext>
                </a:extLst>
              </a:tr>
              <a:tr h="1247519">
                <a:tc>
                  <a:txBody>
                    <a:bodyPr/>
                    <a:lstStyle/>
                    <a:p>
                      <a:r>
                        <a:rPr lang="fr-FR">
                          <a:solidFill>
                            <a:schemeClr val="bg1"/>
                          </a:solidFill>
                        </a:rPr>
                        <a:t>Vos avis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590322"/>
                  </a:ext>
                </a:extLst>
              </a:tr>
              <a:tr h="124751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>
                          <a:solidFill>
                            <a:schemeClr val="bg1"/>
                          </a:solidFill>
                        </a:rPr>
                        <a:t>Sponsors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73656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AA107402-0459-DAB4-7691-E0861F2C26D5}"/>
              </a:ext>
            </a:extLst>
          </p:cNvPr>
          <p:cNvSpPr txBox="1"/>
          <p:nvPr/>
        </p:nvSpPr>
        <p:spPr>
          <a:xfrm>
            <a:off x="657411" y="2300941"/>
            <a:ext cx="161364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ea typeface="Calibri"/>
                <a:cs typeface="Calibri"/>
              </a:rPr>
              <a:t>Page crée une annonce</a:t>
            </a:r>
            <a:endParaRPr lang="fr-FR"/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4B341446-C677-57ED-E51F-99995F1F74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194808"/>
              </p:ext>
            </p:extLst>
          </p:nvPr>
        </p:nvGraphicFramePr>
        <p:xfrm>
          <a:off x="2931831" y="2030716"/>
          <a:ext cx="4881560" cy="29667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0780">
                  <a:extLst>
                    <a:ext uri="{9D8B030D-6E8A-4147-A177-3AD203B41FA5}">
                      <a16:colId xmlns:a16="http://schemas.microsoft.com/office/drawing/2014/main" val="3329305590"/>
                    </a:ext>
                  </a:extLst>
                </a:gridCol>
                <a:gridCol w="2440780">
                  <a:extLst>
                    <a:ext uri="{9D8B030D-6E8A-4147-A177-3AD203B41FA5}">
                      <a16:colId xmlns:a16="http://schemas.microsoft.com/office/drawing/2014/main" val="17734226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b="0">
                          <a:solidFill>
                            <a:schemeClr val="tx1"/>
                          </a:solidFill>
                        </a:rPr>
                        <a:t>Nom du spectacle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fr-FR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196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Nom de l'artiste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fr-FR"/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033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....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fr-FR"/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422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….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fr-FR"/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958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….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fr-FR"/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96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….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fr-FR"/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277729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/>
                        <a:t>….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fr-FR"/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664928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/>
                        <a:t>….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fr-FR"/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919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119546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Grand écran</PresentationFormat>
  <Slides>10</Slides>
  <Notes>0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JEAN-BAPTISTE Lyvens-Wayne</dc:creator>
  <cp:revision>7</cp:revision>
  <dcterms:created xsi:type="dcterms:W3CDTF">2024-12-03T05:56:06Z</dcterms:created>
  <dcterms:modified xsi:type="dcterms:W3CDTF">2024-12-10T14:03:44Z</dcterms:modified>
</cp:coreProperties>
</file>